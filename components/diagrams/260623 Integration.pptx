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8" r:id="rId3"/>
    <p:sldId id="277" r:id="rId4"/>
    <p:sldId id="275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8300"/>
    <a:srgbClr val="D6A300"/>
    <a:srgbClr val="0C3548"/>
    <a:srgbClr val="FFE48F"/>
    <a:srgbClr val="FFE285"/>
    <a:srgbClr val="FC8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21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33E4F197-D015-42C7-A91E-E5AC6843AD16}"/>
    <pc:docChg chg="undo redo custSel addSld delSld modSld sldOrd modMainMaster">
      <pc:chgData name="Thorsten Heinze" userId="8373ecd2-b5b9-4b48-849d-3bee853f6cc0" providerId="ADAL" clId="{33E4F197-D015-42C7-A91E-E5AC6843AD16}" dt="2026-07-02T08:58:50.734" v="3486" actId="6549"/>
      <pc:docMkLst>
        <pc:docMk/>
      </pc:docMkLst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840846288" sldId="256"/>
        </pc:sldMkLst>
      </pc:sldChg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2156561708" sldId="257"/>
        </pc:sldMkLst>
      </pc:sldChg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2362679788" sldId="261"/>
        </pc:sldMkLst>
      </pc:sldChg>
      <pc:sldChg chg="addSp delSp modSp del mod">
        <pc:chgData name="Thorsten Heinze" userId="8373ecd2-b5b9-4b48-849d-3bee853f6cc0" providerId="ADAL" clId="{33E4F197-D015-42C7-A91E-E5AC6843AD16}" dt="2026-07-02T08:58:00.025" v="3445" actId="47"/>
        <pc:sldMkLst>
          <pc:docMk/>
          <pc:sldMk cId="350358792" sldId="262"/>
        </pc:sldMkLst>
      </pc:sldChg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3554641146" sldId="263"/>
        </pc:sldMkLst>
      </pc:sldChg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541643106" sldId="265"/>
        </pc:sldMkLst>
      </pc:sldChg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1477588287" sldId="266"/>
        </pc:sldMkLst>
      </pc:sldChg>
      <pc:sldChg chg="addSp delSp modSp del mod">
        <pc:chgData name="Thorsten Heinze" userId="8373ecd2-b5b9-4b48-849d-3bee853f6cc0" providerId="ADAL" clId="{33E4F197-D015-42C7-A91E-E5AC6843AD16}" dt="2026-07-02T08:58:00.025" v="3445" actId="47"/>
        <pc:sldMkLst>
          <pc:docMk/>
          <pc:sldMk cId="1303016700" sldId="267"/>
        </pc:sldMkLst>
      </pc:sldChg>
      <pc:sldChg chg="addSp delSp del setBg delDesignElem">
        <pc:chgData name="Thorsten Heinze" userId="8373ecd2-b5b9-4b48-849d-3bee853f6cc0" providerId="ADAL" clId="{33E4F197-D015-42C7-A91E-E5AC6843AD16}" dt="2026-07-02T08:58:00.025" v="3445" actId="47"/>
        <pc:sldMkLst>
          <pc:docMk/>
          <pc:sldMk cId="1514908093" sldId="269"/>
        </pc:sldMkLst>
      </pc:sldChg>
      <pc:sldChg chg="addSp delSp modSp del mod setBg delDesignElem">
        <pc:chgData name="Thorsten Heinze" userId="8373ecd2-b5b9-4b48-849d-3bee853f6cc0" providerId="ADAL" clId="{33E4F197-D015-42C7-A91E-E5AC6843AD16}" dt="2026-07-02T08:58:00.025" v="3445" actId="47"/>
        <pc:sldMkLst>
          <pc:docMk/>
          <pc:sldMk cId="3313364984" sldId="271"/>
        </pc:sldMkLst>
      </pc:sldChg>
      <pc:sldChg chg="addSp delSp modSp add mod ord delDesignElem">
        <pc:chgData name="Thorsten Heinze" userId="8373ecd2-b5b9-4b48-849d-3bee853f6cc0" providerId="ADAL" clId="{33E4F197-D015-42C7-A91E-E5AC6843AD16}" dt="2026-07-02T08:58:50.734" v="3486" actId="6549"/>
        <pc:sldMkLst>
          <pc:docMk/>
          <pc:sldMk cId="3940105847" sldId="274"/>
        </pc:sldMkLst>
        <pc:spChg chg="mod">
          <ac:chgData name="Thorsten Heinze" userId="8373ecd2-b5b9-4b48-849d-3bee853f6cc0" providerId="ADAL" clId="{33E4F197-D015-42C7-A91E-E5AC6843AD16}" dt="2026-07-02T08:58:50.734" v="3486" actId="6549"/>
          <ac:spMkLst>
            <pc:docMk/>
            <pc:sldMk cId="3940105847" sldId="274"/>
            <ac:spMk id="3" creationId="{BAC77757-0B44-7C73-86F7-EA11926708C5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940105847" sldId="274"/>
            <ac:spMk id="13" creationId="{65A506FE-170F-5ABD-1466-F2443592C9BD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940105847" sldId="274"/>
            <ac:spMk id="15" creationId="{C1552058-4DFD-4772-C45B-72CF6E56E287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940105847" sldId="274"/>
            <ac:spMk id="17" creationId="{1B0A171C-CA55-602A-6A7D-5748440246CA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940105847" sldId="274"/>
            <ac:spMk id="19" creationId="{8DDB4F0C-7A46-C562-E62B-D923159F6C7B}"/>
          </ac:spMkLst>
        </pc:spChg>
        <pc:cxnChg chg="add del">
          <ac:chgData name="Thorsten Heinze" userId="8373ecd2-b5b9-4b48-849d-3bee853f6cc0" providerId="ADAL" clId="{33E4F197-D015-42C7-A91E-E5AC6843AD16}" dt="2026-06-23T17:05:29.721" v="902"/>
          <ac:cxnSpMkLst>
            <pc:docMk/>
            <pc:sldMk cId="3940105847" sldId="274"/>
            <ac:cxnSpMk id="21" creationId="{8F024B40-FADA-93B6-0717-6C4A321DE5BC}"/>
          </ac:cxnSpMkLst>
        </pc:cxnChg>
      </pc:sldChg>
      <pc:sldChg chg="addSp delSp modSp add mod">
        <pc:chgData name="Thorsten Heinze" userId="8373ecd2-b5b9-4b48-849d-3bee853f6cc0" providerId="ADAL" clId="{33E4F197-D015-42C7-A91E-E5AC6843AD16}" dt="2026-06-23T17:02:16.016" v="897" actId="20577"/>
        <pc:sldMkLst>
          <pc:docMk/>
          <pc:sldMk cId="517113599" sldId="275"/>
        </pc:sldMkLst>
        <pc:spChg chg="add mod">
          <ac:chgData name="Thorsten Heinze" userId="8373ecd2-b5b9-4b48-849d-3bee853f6cc0" providerId="ADAL" clId="{33E4F197-D015-42C7-A91E-E5AC6843AD16}" dt="2026-06-23T17:02:16.016" v="897" actId="20577"/>
          <ac:spMkLst>
            <pc:docMk/>
            <pc:sldMk cId="517113599" sldId="275"/>
            <ac:spMk id="61" creationId="{2B08FA47-8A90-1E4B-3B21-EA538D730085}"/>
          </ac:spMkLst>
        </pc:spChg>
      </pc:sldChg>
      <pc:sldChg chg="addSp delSp modSp new mod">
        <pc:chgData name="Thorsten Heinze" userId="8373ecd2-b5b9-4b48-849d-3bee853f6cc0" providerId="ADAL" clId="{33E4F197-D015-42C7-A91E-E5AC6843AD16}" dt="2026-06-30T12:02:15.340" v="3444" actId="14100"/>
        <pc:sldMkLst>
          <pc:docMk/>
          <pc:sldMk cId="1820569021" sldId="277"/>
        </pc:sldMkLst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2" creationId="{27773C9A-AB3B-2833-0C2A-0736B8C50EE8}"/>
          </ac:spMkLst>
        </pc:spChg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5" creationId="{A35E910B-3A10-CB29-A735-E3CC94C344B4}"/>
          </ac:spMkLst>
        </pc:spChg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6" creationId="{8ADA5A04-26B6-2353-20AC-E1D1475CDEE9}"/>
          </ac:spMkLst>
        </pc:spChg>
        <pc:spChg chg="add mod">
          <ac:chgData name="Thorsten Heinze" userId="8373ecd2-b5b9-4b48-849d-3bee853f6cc0" providerId="ADAL" clId="{33E4F197-D015-42C7-A91E-E5AC6843AD16}" dt="2026-06-24T12:41:26.109" v="938" actId="164"/>
          <ac:spMkLst>
            <pc:docMk/>
            <pc:sldMk cId="1820569021" sldId="277"/>
            <ac:spMk id="7" creationId="{0B737699-65A3-13A4-4C3E-16B9242A4614}"/>
          </ac:spMkLst>
        </pc:spChg>
        <pc:spChg chg="mod">
          <ac:chgData name="Thorsten Heinze" userId="8373ecd2-b5b9-4b48-849d-3bee853f6cc0" providerId="ADAL" clId="{33E4F197-D015-42C7-A91E-E5AC6843AD16}" dt="2026-06-24T12:48:02.303" v="995" actId="404"/>
          <ac:spMkLst>
            <pc:docMk/>
            <pc:sldMk cId="1820569021" sldId="277"/>
            <ac:spMk id="9" creationId="{8AF4F4DE-D29E-12E1-61F3-04D8C1A3F303}"/>
          </ac:spMkLst>
        </pc:spChg>
        <pc:spChg chg="mod">
          <ac:chgData name="Thorsten Heinze" userId="8373ecd2-b5b9-4b48-849d-3bee853f6cc0" providerId="ADAL" clId="{33E4F197-D015-42C7-A91E-E5AC6843AD16}" dt="2026-06-24T12:48:02.303" v="995" actId="404"/>
          <ac:spMkLst>
            <pc:docMk/>
            <pc:sldMk cId="1820569021" sldId="277"/>
            <ac:spMk id="10" creationId="{88AAD683-7F21-82A7-AB3C-0A0C267DEDDD}"/>
          </ac:spMkLst>
        </pc:spChg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11" creationId="{497049A3-99AE-A53B-7D22-02541F92867E}"/>
          </ac:spMkLst>
        </pc:spChg>
        <pc:spChg chg="add mod">
          <ac:chgData name="Thorsten Heinze" userId="8373ecd2-b5b9-4b48-849d-3bee853f6cc0" providerId="ADAL" clId="{33E4F197-D015-42C7-A91E-E5AC6843AD16}" dt="2026-06-24T12:41:26.109" v="938" actId="164"/>
          <ac:spMkLst>
            <pc:docMk/>
            <pc:sldMk cId="1820569021" sldId="277"/>
            <ac:spMk id="17" creationId="{37C877EE-6AD9-6E92-4728-A5F0983BDEF1}"/>
          </ac:spMkLst>
        </pc:spChg>
        <pc:spChg chg="mod">
          <ac:chgData name="Thorsten Heinze" userId="8373ecd2-b5b9-4b48-849d-3bee853f6cc0" providerId="ADAL" clId="{33E4F197-D015-42C7-A91E-E5AC6843AD16}" dt="2026-06-24T12:43:56.923" v="968" actId="14100"/>
          <ac:spMkLst>
            <pc:docMk/>
            <pc:sldMk cId="1820569021" sldId="277"/>
            <ac:spMk id="19" creationId="{AA1E1B2D-3D4E-1B88-DFE4-9BE64EED2FB5}"/>
          </ac:spMkLst>
        </pc:spChg>
        <pc:spChg chg="add 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24" creationId="{FEF5B7E5-5FC1-9BC2-35D0-704A592EC545}"/>
          </ac:spMkLst>
        </pc:spChg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30" creationId="{FCED72E6-3BDD-B3EA-F535-9A4A82F7C708}"/>
          </ac:spMkLst>
        </pc:spChg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49" creationId="{9FC176FA-C461-A229-0917-23235CE48B2B}"/>
          </ac:spMkLst>
        </pc:spChg>
        <pc:spChg chg="mod">
          <ac:chgData name="Thorsten Heinze" userId="8373ecd2-b5b9-4b48-849d-3bee853f6cc0" providerId="ADAL" clId="{33E4F197-D015-42C7-A91E-E5AC6843AD16}" dt="2026-06-24T12:48:02.303" v="995" actId="404"/>
          <ac:spMkLst>
            <pc:docMk/>
            <pc:sldMk cId="1820569021" sldId="277"/>
            <ac:spMk id="50" creationId="{8964A1DC-EDEA-7A4C-4CB0-DE1E8E9D71A6}"/>
          </ac:spMkLst>
        </pc:spChg>
        <pc:spChg chg="mod">
          <ac:chgData name="Thorsten Heinze" userId="8373ecd2-b5b9-4b48-849d-3bee853f6cc0" providerId="ADAL" clId="{33E4F197-D015-42C7-A91E-E5AC6843AD16}" dt="2026-06-24T12:41:19.918" v="927" actId="404"/>
          <ac:spMkLst>
            <pc:docMk/>
            <pc:sldMk cId="1820569021" sldId="277"/>
            <ac:spMk id="51" creationId="{213C8B79-1A9D-F4F1-BA7D-F72B54500590}"/>
          </ac:spMkLst>
        </pc:spChg>
        <pc:spChg chg="add mod">
          <ac:chgData name="Thorsten Heinze" userId="8373ecd2-b5b9-4b48-849d-3bee853f6cc0" providerId="ADAL" clId="{33E4F197-D015-42C7-A91E-E5AC6843AD16}" dt="2026-06-24T17:20:03.257" v="3423" actId="20577"/>
          <ac:spMkLst>
            <pc:docMk/>
            <pc:sldMk cId="1820569021" sldId="277"/>
            <ac:spMk id="65" creationId="{2219123D-C149-E710-3327-B1A7C719EF5E}"/>
          </ac:spMkLst>
        </pc:spChg>
        <pc:spChg chg="add mod ord">
          <ac:chgData name="Thorsten Heinze" userId="8373ecd2-b5b9-4b48-849d-3bee853f6cc0" providerId="ADAL" clId="{33E4F197-D015-42C7-A91E-E5AC6843AD16}" dt="2026-06-24T17:18:42.308" v="3394" actId="207"/>
          <ac:spMkLst>
            <pc:docMk/>
            <pc:sldMk cId="1820569021" sldId="277"/>
            <ac:spMk id="66" creationId="{77537B90-9C30-A0F7-668C-BA3621D1E7DC}"/>
          </ac:spMkLst>
        </pc:spChg>
        <pc:spChg chg="add mod ord">
          <ac:chgData name="Thorsten Heinze" userId="8373ecd2-b5b9-4b48-849d-3bee853f6cc0" providerId="ADAL" clId="{33E4F197-D015-42C7-A91E-E5AC6843AD16}" dt="2026-06-24T16:41:46.486" v="2753" actId="1076"/>
          <ac:spMkLst>
            <pc:docMk/>
            <pc:sldMk cId="1820569021" sldId="277"/>
            <ac:spMk id="82" creationId="{B81FF05A-83DA-D15C-64CB-5B3324D92A38}"/>
          </ac:spMkLst>
        </pc:spChg>
        <pc:spChg chg="add mod ord">
          <ac:chgData name="Thorsten Heinze" userId="8373ecd2-b5b9-4b48-849d-3bee853f6cc0" providerId="ADAL" clId="{33E4F197-D015-42C7-A91E-E5AC6843AD16}" dt="2026-06-24T14:30:26.388" v="2469" actId="207"/>
          <ac:spMkLst>
            <pc:docMk/>
            <pc:sldMk cId="1820569021" sldId="277"/>
            <ac:spMk id="83" creationId="{16787611-51E6-65CB-BABC-5AC3C3A7E0E2}"/>
          </ac:spMkLst>
        </pc:spChg>
        <pc:spChg chg="add mod">
          <ac:chgData name="Thorsten Heinze" userId="8373ecd2-b5b9-4b48-849d-3bee853f6cc0" providerId="ADAL" clId="{33E4F197-D015-42C7-A91E-E5AC6843AD16}" dt="2026-06-24T17:12:05.037" v="3298" actId="207"/>
          <ac:spMkLst>
            <pc:docMk/>
            <pc:sldMk cId="1820569021" sldId="277"/>
            <ac:spMk id="88" creationId="{8FAAE994-2252-948B-4BA8-5494C22FFE29}"/>
          </ac:spMkLst>
        </pc:spChg>
        <pc:spChg chg="add mod">
          <ac:chgData name="Thorsten Heinze" userId="8373ecd2-b5b9-4b48-849d-3bee853f6cc0" providerId="ADAL" clId="{33E4F197-D015-42C7-A91E-E5AC6843AD16}" dt="2026-06-24T17:12:59.689" v="3333" actId="207"/>
          <ac:spMkLst>
            <pc:docMk/>
            <pc:sldMk cId="1820569021" sldId="277"/>
            <ac:spMk id="89" creationId="{F6B23B9D-A613-E9C2-1D7E-BA17ABA08EA5}"/>
          </ac:spMkLst>
        </pc:spChg>
        <pc:spChg chg="add mod">
          <ac:chgData name="Thorsten Heinze" userId="8373ecd2-b5b9-4b48-849d-3bee853f6cc0" providerId="ADAL" clId="{33E4F197-D015-42C7-A91E-E5AC6843AD16}" dt="2026-06-24T17:16:17.402" v="3380" actId="207"/>
          <ac:spMkLst>
            <pc:docMk/>
            <pc:sldMk cId="1820569021" sldId="277"/>
            <ac:spMk id="92" creationId="{311EEF4F-43D9-43BC-84F6-910442BDCEB8}"/>
          </ac:spMkLst>
        </pc:spChg>
        <pc:spChg chg="add mod">
          <ac:chgData name="Thorsten Heinze" userId="8373ecd2-b5b9-4b48-849d-3bee853f6cc0" providerId="ADAL" clId="{33E4F197-D015-42C7-A91E-E5AC6843AD16}" dt="2026-06-24T14:46:09.535" v="2629" actId="692"/>
          <ac:spMkLst>
            <pc:docMk/>
            <pc:sldMk cId="1820569021" sldId="277"/>
            <ac:spMk id="93" creationId="{EFDA194D-E555-6573-51FB-D9C4A269C16B}"/>
          </ac:spMkLst>
        </pc:spChg>
        <pc:spChg chg="add mod">
          <ac:chgData name="Thorsten Heinze" userId="8373ecd2-b5b9-4b48-849d-3bee853f6cc0" providerId="ADAL" clId="{33E4F197-D015-42C7-A91E-E5AC6843AD16}" dt="2026-06-24T14:43:09.239" v="2536" actId="1035"/>
          <ac:spMkLst>
            <pc:docMk/>
            <pc:sldMk cId="1820569021" sldId="277"/>
            <ac:spMk id="97" creationId="{338DA43D-6D61-DD93-720A-FA8DCA5DE23D}"/>
          </ac:spMkLst>
        </pc:spChg>
        <pc:spChg chg="add mod">
          <ac:chgData name="Thorsten Heinze" userId="8373ecd2-b5b9-4b48-849d-3bee853f6cc0" providerId="ADAL" clId="{33E4F197-D015-42C7-A91E-E5AC6843AD16}" dt="2026-06-24T17:16:17.402" v="3380" actId="207"/>
          <ac:spMkLst>
            <pc:docMk/>
            <pc:sldMk cId="1820569021" sldId="277"/>
            <ac:spMk id="98" creationId="{6AB09B5E-9F59-C3E1-9C3C-A881A35A105B}"/>
          </ac:spMkLst>
        </pc:spChg>
        <pc:spChg chg="add mod">
          <ac:chgData name="Thorsten Heinze" userId="8373ecd2-b5b9-4b48-849d-3bee853f6cc0" providerId="ADAL" clId="{33E4F197-D015-42C7-A91E-E5AC6843AD16}" dt="2026-06-24T14:43:05.207" v="2524" actId="1076"/>
          <ac:spMkLst>
            <pc:docMk/>
            <pc:sldMk cId="1820569021" sldId="277"/>
            <ac:spMk id="101" creationId="{DAD1B585-20B5-B317-B2A8-A64000572D67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3" creationId="{65AB0FD1-335D-95A2-D5F4-07035912B1A9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4" creationId="{1F72443E-674F-91FE-D542-FB0DE1094411}"/>
          </ac:spMkLst>
        </pc:spChg>
        <pc:spChg chg="add mod">
          <ac:chgData name="Thorsten Heinze" userId="8373ecd2-b5b9-4b48-849d-3bee853f6cc0" providerId="ADAL" clId="{33E4F197-D015-42C7-A91E-E5AC6843AD16}" dt="2026-06-24T14:51:24.684" v="2640" actId="1035"/>
          <ac:spMkLst>
            <pc:docMk/>
            <pc:sldMk cId="1820569021" sldId="277"/>
            <ac:spMk id="105" creationId="{D06ABEE2-EF5D-2B6D-CB00-5F9B4F28CD84}"/>
          </ac:spMkLst>
        </pc:spChg>
        <pc:spChg chg="add mod">
          <ac:chgData name="Thorsten Heinze" userId="8373ecd2-b5b9-4b48-849d-3bee853f6cc0" providerId="ADAL" clId="{33E4F197-D015-42C7-A91E-E5AC6843AD16}" dt="2026-06-24T16:40:27.105" v="2751" actId="108"/>
          <ac:spMkLst>
            <pc:docMk/>
            <pc:sldMk cId="1820569021" sldId="277"/>
            <ac:spMk id="123" creationId="{14A8D1B3-EE08-B5FD-1728-6FC271F965EE}"/>
          </ac:spMkLst>
        </pc:spChg>
        <pc:spChg chg="add mod">
          <ac:chgData name="Thorsten Heinze" userId="8373ecd2-b5b9-4b48-849d-3bee853f6cc0" providerId="ADAL" clId="{33E4F197-D015-42C7-A91E-E5AC6843AD16}" dt="2026-06-24T14:28:46.591" v="2456" actId="1076"/>
          <ac:spMkLst>
            <pc:docMk/>
            <pc:sldMk cId="1820569021" sldId="277"/>
            <ac:spMk id="1027" creationId="{A833921D-44CE-D789-158D-FA84879B2BAE}"/>
          </ac:spMkLst>
        </pc:spChg>
        <pc:spChg chg="add mod">
          <ac:chgData name="Thorsten Heinze" userId="8373ecd2-b5b9-4b48-849d-3bee853f6cc0" providerId="ADAL" clId="{33E4F197-D015-42C7-A91E-E5AC6843AD16}" dt="2026-06-24T14:30:26.388" v="2469" actId="207"/>
          <ac:spMkLst>
            <pc:docMk/>
            <pc:sldMk cId="1820569021" sldId="277"/>
            <ac:spMk id="1028" creationId="{AA95D8F3-2C3E-83D3-D39D-15F0161D185E}"/>
          </ac:spMkLst>
        </pc:spChg>
        <pc:spChg chg="add mod">
          <ac:chgData name="Thorsten Heinze" userId="8373ecd2-b5b9-4b48-849d-3bee853f6cc0" providerId="ADAL" clId="{33E4F197-D015-42C7-A91E-E5AC6843AD16}" dt="2026-06-24T14:19:37.234" v="2434" actId="1076"/>
          <ac:spMkLst>
            <pc:docMk/>
            <pc:sldMk cId="1820569021" sldId="277"/>
            <ac:spMk id="1040" creationId="{6FE10F21-4190-1804-4189-9D46723B2C12}"/>
          </ac:spMkLst>
        </pc:spChg>
        <pc:spChg chg="add mod">
          <ac:chgData name="Thorsten Heinze" userId="8373ecd2-b5b9-4b48-849d-3bee853f6cc0" providerId="ADAL" clId="{33E4F197-D015-42C7-A91E-E5AC6843AD16}" dt="2026-06-24T14:28:56.376" v="2457" actId="571"/>
          <ac:spMkLst>
            <pc:docMk/>
            <pc:sldMk cId="1820569021" sldId="277"/>
            <ac:spMk id="1044" creationId="{6BAD3631-DBF4-C554-25C5-6F36911E53AF}"/>
          </ac:spMkLst>
        </pc:spChg>
        <pc:spChg chg="mod">
          <ac:chgData name="Thorsten Heinze" userId="8373ecd2-b5b9-4b48-849d-3bee853f6cc0" providerId="ADAL" clId="{33E4F197-D015-42C7-A91E-E5AC6843AD16}" dt="2026-06-24T17:13:03.545" v="3334" actId="207"/>
          <ac:spMkLst>
            <pc:docMk/>
            <pc:sldMk cId="1820569021" sldId="277"/>
            <ac:spMk id="1054" creationId="{1A324310-4533-7B9B-D86A-6A35D9B3B813}"/>
          </ac:spMkLst>
        </pc:spChg>
        <pc:spChg chg="add mod">
          <ac:chgData name="Thorsten Heinze" userId="8373ecd2-b5b9-4b48-849d-3bee853f6cc0" providerId="ADAL" clId="{33E4F197-D015-42C7-A91E-E5AC6843AD16}" dt="2026-06-29T13:57:07.487" v="3437" actId="20577"/>
          <ac:spMkLst>
            <pc:docMk/>
            <pc:sldMk cId="1820569021" sldId="277"/>
            <ac:spMk id="1056" creationId="{DD3CCD38-7A07-7389-B24A-683AB45F6AB4}"/>
          </ac:spMkLst>
        </pc:spChg>
        <pc:spChg chg="add mod">
          <ac:chgData name="Thorsten Heinze" userId="8373ecd2-b5b9-4b48-849d-3bee853f6cc0" providerId="ADAL" clId="{33E4F197-D015-42C7-A91E-E5AC6843AD16}" dt="2026-06-24T16:40:27.328" v="2752" actId="108"/>
          <ac:spMkLst>
            <pc:docMk/>
            <pc:sldMk cId="1820569021" sldId="277"/>
            <ac:spMk id="1061" creationId="{33B03BB6-6D7E-E172-5237-A259456CE832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67" creationId="{11670DFC-C0A7-9072-9903-BA20D506E895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71" creationId="{65507465-8A9D-6A74-544C-B9F51CBCD9A4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74" creationId="{36285271-A9C8-C239-63D0-D4F35039FF34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78" creationId="{B065A177-0430-C36B-82BD-B4B0FE8812C4}"/>
          </ac:spMkLst>
        </pc:spChg>
        <pc:spChg chg="mod">
          <ac:chgData name="Thorsten Heinze" userId="8373ecd2-b5b9-4b48-849d-3bee853f6cc0" providerId="ADAL" clId="{33E4F197-D015-42C7-A91E-E5AC6843AD16}" dt="2026-06-24T17:13:06.854" v="3335" actId="207"/>
          <ac:spMkLst>
            <pc:docMk/>
            <pc:sldMk cId="1820569021" sldId="277"/>
            <ac:spMk id="1091" creationId="{FF007CDE-3C73-6204-10C6-41679F616226}"/>
          </ac:spMkLst>
        </pc:spChg>
        <pc:spChg chg="add mod">
          <ac:chgData name="Thorsten Heinze" userId="8373ecd2-b5b9-4b48-849d-3bee853f6cc0" providerId="ADAL" clId="{33E4F197-D015-42C7-A91E-E5AC6843AD16}" dt="2026-06-29T14:16:45.431" v="3439" actId="20577"/>
          <ac:spMkLst>
            <pc:docMk/>
            <pc:sldMk cId="1820569021" sldId="277"/>
            <ac:spMk id="1092" creationId="{135333C5-71BC-8F49-44B1-A5914EC46719}"/>
          </ac:spMkLst>
        </pc:spChg>
        <pc:spChg chg="add mod ord">
          <ac:chgData name="Thorsten Heinze" userId="8373ecd2-b5b9-4b48-849d-3bee853f6cc0" providerId="ADAL" clId="{33E4F197-D015-42C7-A91E-E5AC6843AD16}" dt="2026-06-24T17:17:42.684" v="3390" actId="167"/>
          <ac:spMkLst>
            <pc:docMk/>
            <pc:sldMk cId="1820569021" sldId="277"/>
            <ac:spMk id="1094" creationId="{83BECAAE-F182-6FDC-7463-D4D53D12189A}"/>
          </ac:spMkLst>
        </pc:spChg>
        <pc:spChg chg="add mod or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95" creationId="{342073D0-60DD-2612-AA76-235217D11772}"/>
          </ac:spMkLst>
        </pc:spChg>
        <pc:spChg chg="add mod ord">
          <ac:chgData name="Thorsten Heinze" userId="8373ecd2-b5b9-4b48-849d-3bee853f6cc0" providerId="ADAL" clId="{33E4F197-D015-42C7-A91E-E5AC6843AD16}" dt="2026-06-24T17:17:42.684" v="3390" actId="167"/>
          <ac:spMkLst>
            <pc:docMk/>
            <pc:sldMk cId="1820569021" sldId="277"/>
            <ac:spMk id="1099" creationId="{C41FD093-A98A-FC40-1EA5-CA5160E4F39E}"/>
          </ac:spMkLst>
        </pc:spChg>
        <pc:spChg chg="add mod or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102" creationId="{1A61B044-3307-893E-BB2E-DA6D851C9CD9}"/>
          </ac:spMkLst>
        </pc:spChg>
        <pc:grpChg chg="mod">
          <ac:chgData name="Thorsten Heinze" userId="8373ecd2-b5b9-4b48-849d-3bee853f6cc0" providerId="ADAL" clId="{33E4F197-D015-42C7-A91E-E5AC6843AD16}" dt="2026-06-24T12:59:34.366" v="1180" actId="1038"/>
          <ac:grpSpMkLst>
            <pc:docMk/>
            <pc:sldMk cId="1820569021" sldId="277"/>
            <ac:grpSpMk id="64" creationId="{AE8041BA-8AD5-2AFC-F71F-DC9E965F3FEF}"/>
          </ac:grpSpMkLst>
        </pc:grpChg>
        <pc:grpChg chg="add mod">
          <ac:chgData name="Thorsten Heinze" userId="8373ecd2-b5b9-4b48-849d-3bee853f6cc0" providerId="ADAL" clId="{33E4F197-D015-42C7-A91E-E5AC6843AD16}" dt="2026-06-24T13:15:27.171" v="1541" actId="164"/>
          <ac:grpSpMkLst>
            <pc:docMk/>
            <pc:sldMk cId="1820569021" sldId="277"/>
            <ac:grpSpMk id="99" creationId="{F0F7E189-F329-3636-A192-03DD51F901ED}"/>
          </ac:grpSpMkLst>
        </pc:grpChg>
        <pc:grpChg chg="add mod">
          <ac:chgData name="Thorsten Heinze" userId="8373ecd2-b5b9-4b48-849d-3bee853f6cc0" providerId="ADAL" clId="{33E4F197-D015-42C7-A91E-E5AC6843AD16}" dt="2026-06-24T14:07:07.714" v="2252" actId="1076"/>
          <ac:grpSpMkLst>
            <pc:docMk/>
            <pc:sldMk cId="1820569021" sldId="277"/>
            <ac:grpSpMk id="100" creationId="{B02E03FC-7C27-142F-C74E-2B6F217EA52C}"/>
          </ac:grpSpMkLst>
        </pc:grpChg>
        <pc:grpChg chg="add mod">
          <ac:chgData name="Thorsten Heinze" userId="8373ecd2-b5b9-4b48-849d-3bee853f6cc0" providerId="ADAL" clId="{33E4F197-D015-42C7-A91E-E5AC6843AD16}" dt="2026-06-24T16:44:13.687" v="2769" actId="1076"/>
          <ac:grpSpMkLst>
            <pc:docMk/>
            <pc:sldMk cId="1820569021" sldId="277"/>
            <ac:grpSpMk id="1052" creationId="{B1C82535-A75D-FCB5-99DB-7A1C15A07D52}"/>
          </ac:grpSpMkLst>
        </pc:grpChg>
        <pc:grpChg chg="add mod">
          <ac:chgData name="Thorsten Heinze" userId="8373ecd2-b5b9-4b48-849d-3bee853f6cc0" providerId="ADAL" clId="{33E4F197-D015-42C7-A91E-E5AC6843AD16}" dt="2026-06-24T17:16:52.340" v="3385" actId="1076"/>
          <ac:grpSpMkLst>
            <pc:docMk/>
            <pc:sldMk cId="1820569021" sldId="277"/>
            <ac:grpSpMk id="1089" creationId="{CD1DC46E-53BD-660F-7278-3479A3265217}"/>
          </ac:grpSpMkLst>
        </pc:grpChg>
        <pc:picChg chg="add mod">
          <ac:chgData name="Thorsten Heinze" userId="8373ecd2-b5b9-4b48-849d-3bee853f6cc0" providerId="ADAL" clId="{33E4F197-D015-42C7-A91E-E5AC6843AD16}" dt="2026-06-24T13:15:27.171" v="1541" actId="164"/>
          <ac:picMkLst>
            <pc:docMk/>
            <pc:sldMk cId="1820569021" sldId="277"/>
            <ac:picMk id="86" creationId="{1E3554DD-0E9C-E3E7-C115-15D38F6B2CC7}"/>
          </ac:picMkLst>
        </pc:picChg>
        <pc:picChg chg="add mod">
          <ac:chgData name="Thorsten Heinze" userId="8373ecd2-b5b9-4b48-849d-3bee853f6cc0" providerId="ADAL" clId="{33E4F197-D015-42C7-A91E-E5AC6843AD16}" dt="2026-06-24T13:15:37.118" v="1542" actId="164"/>
          <ac:picMkLst>
            <pc:docMk/>
            <pc:sldMk cId="1820569021" sldId="277"/>
            <ac:picMk id="87" creationId="{881E8D73-A10F-E535-74A4-CF51C20F4EA8}"/>
          </ac:picMkLst>
        </pc:picChg>
        <pc:picChg chg="add mod ord">
          <ac:chgData name="Thorsten Heinze" userId="8373ecd2-b5b9-4b48-849d-3bee853f6cc0" providerId="ADAL" clId="{33E4F197-D015-42C7-A91E-E5AC6843AD16}" dt="2026-06-24T17:17:44.943" v="3391" actId="167"/>
          <ac:picMkLst>
            <pc:docMk/>
            <pc:sldMk cId="1820569021" sldId="277"/>
            <ac:picMk id="1045" creationId="{CE92FA6D-19EF-5509-14D1-60039A2E8A37}"/>
          </ac:picMkLst>
        </pc:picChg>
        <pc:picChg chg="mod">
          <ac:chgData name="Thorsten Heinze" userId="8373ecd2-b5b9-4b48-849d-3bee853f6cc0" providerId="ADAL" clId="{33E4F197-D015-42C7-A91E-E5AC6843AD16}" dt="2026-06-24T14:52:01.388" v="2650" actId="571"/>
          <ac:picMkLst>
            <pc:docMk/>
            <pc:sldMk cId="1820569021" sldId="277"/>
            <ac:picMk id="1053" creationId="{4E4A3194-0D96-20FD-32F8-465C3C46C197}"/>
          </ac:picMkLst>
        </pc:picChg>
        <pc:picChg chg="mod">
          <ac:chgData name="Thorsten Heinze" userId="8373ecd2-b5b9-4b48-849d-3bee853f6cc0" providerId="ADAL" clId="{33E4F197-D015-42C7-A91E-E5AC6843AD16}" dt="2026-06-24T16:55:58.351" v="2876" actId="571"/>
          <ac:picMkLst>
            <pc:docMk/>
            <pc:sldMk cId="1820569021" sldId="277"/>
            <ac:picMk id="1090" creationId="{CD6FBD42-1556-B549-73D2-F572D9918C52}"/>
          </ac:picMkLst>
        </pc:picChg>
        <pc:cxnChg chg="add mod">
          <ac:chgData name="Thorsten Heinze" userId="8373ecd2-b5b9-4b48-849d-3bee853f6cc0" providerId="ADAL" clId="{33E4F197-D015-42C7-A91E-E5AC6843AD16}" dt="2026-06-24T12:59:34.366" v="1180" actId="1038"/>
          <ac:cxnSpMkLst>
            <pc:docMk/>
            <pc:sldMk cId="1820569021" sldId="277"/>
            <ac:cxnSpMk id="68" creationId="{75A94349-AD26-46EE-76A3-D78F8BD1D030}"/>
          </ac:cxnSpMkLst>
        </pc:cxnChg>
        <pc:cxnChg chg="add mod">
          <ac:chgData name="Thorsten Heinze" userId="8373ecd2-b5b9-4b48-849d-3bee853f6cc0" providerId="ADAL" clId="{33E4F197-D015-42C7-A91E-E5AC6843AD16}" dt="2026-06-24T12:59:34.366" v="1180" actId="1038"/>
          <ac:cxnSpMkLst>
            <pc:docMk/>
            <pc:sldMk cId="1820569021" sldId="277"/>
            <ac:cxnSpMk id="70" creationId="{BE6540EA-A0B0-9DAE-B9AF-F0427D912814}"/>
          </ac:cxnSpMkLst>
        </pc:cxnChg>
        <pc:cxnChg chg="add mod">
          <ac:chgData name="Thorsten Heinze" userId="8373ecd2-b5b9-4b48-849d-3bee853f6cc0" providerId="ADAL" clId="{33E4F197-D015-42C7-A91E-E5AC6843AD16}" dt="2026-06-24T12:59:34.366" v="1180" actId="1038"/>
          <ac:cxnSpMkLst>
            <pc:docMk/>
            <pc:sldMk cId="1820569021" sldId="277"/>
            <ac:cxnSpMk id="73" creationId="{FF423A63-9319-BBBC-D825-1196E6D06FDA}"/>
          </ac:cxnSpMkLst>
        </pc:cxnChg>
        <pc:cxnChg chg="add mod">
          <ac:chgData name="Thorsten Heinze" userId="8373ecd2-b5b9-4b48-849d-3bee853f6cc0" providerId="ADAL" clId="{33E4F197-D015-42C7-A91E-E5AC6843AD16}" dt="2026-06-24T14:52:48.437" v="2668" actId="1076"/>
          <ac:cxnSpMkLst>
            <pc:docMk/>
            <pc:sldMk cId="1820569021" sldId="277"/>
            <ac:cxnSpMk id="91" creationId="{5A80FC72-2D19-65F4-9A4F-EDB48E89923D}"/>
          </ac:cxnSpMkLst>
        </pc:cxnChg>
        <pc:cxnChg chg="add mod">
          <ac:chgData name="Thorsten Heinze" userId="8373ecd2-b5b9-4b48-849d-3bee853f6cc0" providerId="ADAL" clId="{33E4F197-D015-42C7-A91E-E5AC6843AD16}" dt="2026-06-24T14:45:58.771" v="2619" actId="14100"/>
          <ac:cxnSpMkLst>
            <pc:docMk/>
            <pc:sldMk cId="1820569021" sldId="277"/>
            <ac:cxnSpMk id="94" creationId="{4A929FCE-C5E2-C09A-A325-D67B1F090F9B}"/>
          </ac:cxnSpMkLst>
        </pc:cxnChg>
        <pc:cxnChg chg="add mod">
          <ac:chgData name="Thorsten Heinze" userId="8373ecd2-b5b9-4b48-849d-3bee853f6cc0" providerId="ADAL" clId="{33E4F197-D015-42C7-A91E-E5AC6843AD16}" dt="2026-06-24T14:29:09.123" v="2460" actId="14100"/>
          <ac:cxnSpMkLst>
            <pc:docMk/>
            <pc:sldMk cId="1820569021" sldId="277"/>
            <ac:cxnSpMk id="108" creationId="{A6FAF5D0-7886-4418-57E8-A5FAB7BE26A9}"/>
          </ac:cxnSpMkLst>
        </pc:cxnChg>
        <pc:cxnChg chg="add mod">
          <ac:chgData name="Thorsten Heinze" userId="8373ecd2-b5b9-4b48-849d-3bee853f6cc0" providerId="ADAL" clId="{33E4F197-D015-42C7-A91E-E5AC6843AD16}" dt="2026-06-24T14:14:55.646" v="2364" actId="14100"/>
          <ac:cxnSpMkLst>
            <pc:docMk/>
            <pc:sldMk cId="1820569021" sldId="277"/>
            <ac:cxnSpMk id="126" creationId="{19A698F7-F9CE-4437-6CDA-E9D7DC23B7D6}"/>
          </ac:cxnSpMkLst>
        </pc:cxnChg>
        <pc:cxnChg chg="add mod">
          <ac:chgData name="Thorsten Heinze" userId="8373ecd2-b5b9-4b48-849d-3bee853f6cc0" providerId="ADAL" clId="{33E4F197-D015-42C7-A91E-E5AC6843AD16}" dt="2026-06-24T14:30:44.813" v="2470" actId="14100"/>
          <ac:cxnSpMkLst>
            <pc:docMk/>
            <pc:sldMk cId="1820569021" sldId="277"/>
            <ac:cxnSpMk id="1035" creationId="{03C898DF-043C-229F-5305-8E7C3A7E41FF}"/>
          </ac:cxnSpMkLst>
        </pc:cxnChg>
        <pc:cxnChg chg="add mod">
          <ac:chgData name="Thorsten Heinze" userId="8373ecd2-b5b9-4b48-849d-3bee853f6cc0" providerId="ADAL" clId="{33E4F197-D015-42C7-A91E-E5AC6843AD16}" dt="2026-06-24T14:56:51.730" v="2736" actId="1076"/>
          <ac:cxnSpMkLst>
            <pc:docMk/>
            <pc:sldMk cId="1820569021" sldId="277"/>
            <ac:cxnSpMk id="1057" creationId="{E4784497-D739-672D-09C3-240123E15010}"/>
          </ac:cxnSpMkLst>
        </pc:cxnChg>
        <pc:cxnChg chg="add mod">
          <ac:chgData name="Thorsten Heinze" userId="8373ecd2-b5b9-4b48-849d-3bee853f6cc0" providerId="ADAL" clId="{33E4F197-D015-42C7-A91E-E5AC6843AD16}" dt="2026-06-24T14:55:43.957" v="2699" actId="14100"/>
          <ac:cxnSpMkLst>
            <pc:docMk/>
            <pc:sldMk cId="1820569021" sldId="277"/>
            <ac:cxnSpMk id="1063" creationId="{EE6A4E27-94DD-6512-FFA7-10CA0DAEAC49}"/>
          </ac:cxnSpMkLst>
        </pc:cxnChg>
        <pc:cxnChg chg="add mod">
          <ac:chgData name="Thorsten Heinze" userId="8373ecd2-b5b9-4b48-849d-3bee853f6cc0" providerId="ADAL" clId="{33E4F197-D015-42C7-A91E-E5AC6843AD16}" dt="2026-06-30T12:02:15.340" v="3444" actId="14100"/>
          <ac:cxnSpMkLst>
            <pc:docMk/>
            <pc:sldMk cId="1820569021" sldId="277"/>
            <ac:cxnSpMk id="1079" creationId="{43F4430B-7CF5-3035-5D74-1A6256CC853D}"/>
          </ac:cxnSpMkLst>
        </pc:cxnChg>
        <pc:cxnChg chg="add mod">
          <ac:chgData name="Thorsten Heinze" userId="8373ecd2-b5b9-4b48-849d-3bee853f6cc0" providerId="ADAL" clId="{33E4F197-D015-42C7-A91E-E5AC6843AD16}" dt="2026-06-24T17:17:06.980" v="3387" actId="1076"/>
          <ac:cxnSpMkLst>
            <pc:docMk/>
            <pc:sldMk cId="1820569021" sldId="277"/>
            <ac:cxnSpMk id="1086" creationId="{46FF63E0-3ECB-3559-2DA1-3C9439FE9387}"/>
          </ac:cxnSpMkLst>
        </pc:cxnChg>
      </pc:sldChg>
      <pc:sldMasterChg chg="setBg modSldLayout">
        <pc:chgData name="Thorsten Heinze" userId="8373ecd2-b5b9-4b48-849d-3bee853f6cc0" providerId="ADAL" clId="{33E4F197-D015-42C7-A91E-E5AC6843AD16}" dt="2026-06-23T16:27:42.976" v="16"/>
        <pc:sldMasterMkLst>
          <pc:docMk/>
          <pc:sldMasterMk cId="1376196047" sldId="2147483648"/>
        </pc:sldMasterMkLst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298373701" sldId="2147483649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340864458" sldId="2147483650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917757961" sldId="2147483651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483992217" sldId="2147483652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205519675" sldId="2147483653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892674344" sldId="2147483654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67306326" sldId="2147483655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144702554" sldId="2147483656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96900119" sldId="2147483657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970499890" sldId="2147483658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18581632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441FB-3C8D-7FDA-EA03-5DDE8861A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70D5DC-449A-26FA-C48A-58EB50E16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616AC5-95CB-9F6C-B0AB-5E5160B7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E1F4C0-66C0-C8D3-799F-1403008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9E886E-E7BE-051D-F385-3B825935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37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D7E11-1DB9-25B0-27A6-A19A7A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D83747-5E05-C06A-9B75-682BA98D1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FE8B9-8589-84EA-D66F-0A19CADF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41B0CD-4C96-9332-31EB-09E94CC5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7BF47E-DFE6-4C5C-F094-EAFD1778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86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FE03A-B15C-72F5-3778-8BC98A3C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CCDA95-157D-9A1F-523C-15AF05953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2B12C8-EAD3-FF26-5137-8C058C9E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F7633C-56AF-7DAE-666B-DD8A412D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4C6F91-065F-4C4B-053E-5625B681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75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B1B66-4D9E-D3D3-584F-97609CB3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C0107D-BBE4-E384-7274-EA71B99C1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4BC2EC-4D93-C03B-9170-477FD17C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8E210C-86C6-7600-CE6B-992E5129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31B8D0-B8C6-07D4-2134-23B40047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7C03B4-BC6F-97E9-16A4-978E2894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99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9D49E-9550-BECF-4EA1-DFEB0733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28A71-2F8F-05C7-E7D9-C9EFDCA5B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246C7A-35E8-FE3E-8A61-4C57F082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F58D0F-39C3-458D-7E72-851CBE0E2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9A1CE7-B640-F6BA-272C-AA5C671D6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C4F4183-FCCB-5EFD-7054-56DA7C45A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92EC90-C786-9DF7-456D-89F694A2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1498CF0-0A03-A01D-CA39-7F192438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551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4D286-2612-2676-958A-636DEAC5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A16EE8-9C3D-10D1-2593-FDE8D097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C41F5A-AC32-3306-ABB9-F7A1D339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8F6230-BD04-5F20-F267-7DB921A0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67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F366B7-81A3-7E2E-69BE-29B81717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8AB019-0F5C-8F14-85A5-247B261C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E83D03-3C0A-3D96-81B2-8EEF9627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30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EA9D6-FB57-F007-E28D-B47A9360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83C11-16A5-02CD-38D4-331AA8673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4D0615-0D51-F75D-1662-97F01AAD7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610F82-BCC4-54BE-7F67-EEFD7778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61870B-0D02-23BE-C444-4FE7EB57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EFCDE7-BE72-08A8-D844-2F04ECAF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70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12888-F729-3F22-A14A-2AA4B634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F3D230B-C330-6666-D5F7-5D777AA54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B1ECB7-8C01-EF59-4539-03A1F8737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99629-100B-751E-40C2-38433C6F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A728D1-E4DE-9275-CFD2-92B071A6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36317A-7AC5-5EA3-210E-AA0AD90D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90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4DCD3-0E17-9DF1-D7FD-541D100B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8AC2C2-E26C-B51B-09CE-C0076CA8D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99A97E-58E5-A0B5-FE5F-0AC1731D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8D11BC-45EB-FC23-A593-0E3CD150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C91077-76E9-6172-1B2C-06D799EA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49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2E9EB4-6D5D-FE26-98C4-BB6B071DB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678EE3-2241-FA15-83D7-B452755FE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0585CE-01B2-67F1-B8E2-8AF80C0F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3A83A1-61E1-BB8D-D836-FCA5AD74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7C048A-B047-56F1-ADF6-9419667A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9DEA1F-58C4-BED8-2268-412051CC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67195E-DEF8-9A92-62F0-E8A173649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B4B8C3-0520-5E4B-1F56-B777954FF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A8C75-A467-416A-B374-E97E5CF8246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4DC54B-1C63-BA75-DD54-7A7B3F81B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9A403-C4E7-1BF4-8628-6C1FEF08C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19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832-17E3-7F5B-7252-74E49FFA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5A506FE-170F-5ABD-1466-F2443592C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CF65BB-C7A4-532E-2C62-F4937B7CE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516340" cy="2838938"/>
          </a:xfrm>
        </p:spPr>
        <p:txBody>
          <a:bodyPr>
            <a:normAutofit/>
          </a:bodyPr>
          <a:lstStyle/>
          <a:p>
            <a:pPr algn="l"/>
            <a:r>
              <a:rPr lang="de-DE" sz="4300" dirty="0" err="1">
                <a:solidFill>
                  <a:srgbClr val="FFFFFF"/>
                </a:solidFill>
              </a:rPr>
              <a:t>AutomationArchitecture</a:t>
            </a:r>
            <a:endParaRPr lang="de-DE" sz="43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AC77757-0B44-7C73-86F7-EA1192670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de-DE" sz="2000">
                <a:solidFill>
                  <a:srgbClr val="FFFFFF"/>
                </a:solidFill>
              </a:rPr>
              <a:t>Integration </a:t>
            </a:r>
            <a:r>
              <a:rPr lang="de-DE" sz="2000" dirty="0" err="1">
                <a:solidFill>
                  <a:srgbClr val="FFFFFF"/>
                </a:solidFill>
              </a:rPr>
              <a:t>Example</a:t>
            </a:r>
            <a:endParaRPr lang="de-DE" sz="2000" dirty="0">
              <a:solidFill>
                <a:srgbClr val="FFFFFF"/>
              </a:solidFill>
            </a:endParaRPr>
          </a:p>
          <a:p>
            <a:pPr algn="r"/>
            <a:r>
              <a:rPr lang="de-DE" sz="2000" dirty="0" err="1">
                <a:solidFill>
                  <a:srgbClr val="FFFFFF"/>
                </a:solidFill>
              </a:rPr>
              <a:t>FirmWareManager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interacts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with</a:t>
            </a:r>
            <a:r>
              <a:rPr lang="de-DE" sz="2000" dirty="0">
                <a:solidFill>
                  <a:srgbClr val="FFFFFF"/>
                </a:solidFill>
              </a:rPr>
              <a:t> Tools</a:t>
            </a:r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C1552058-4DFD-4772-C45B-72CF6E56E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1B0A171C-CA55-602A-6A7D-57484402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8DDB4F0C-7A46-C562-E62B-D923159F6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F024B40-FADA-93B6-0717-6C4A321DE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105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Rechteck: abgerundete Ecken 1101">
            <a:extLst>
              <a:ext uri="{FF2B5EF4-FFF2-40B4-BE49-F238E27FC236}">
                <a16:creationId xmlns:a16="http://schemas.microsoft.com/office/drawing/2014/main" id="{1A61B044-3307-893E-BB2E-DA6D851C9CD9}"/>
              </a:ext>
            </a:extLst>
          </p:cNvPr>
          <p:cNvSpPr/>
          <p:nvPr/>
        </p:nvSpPr>
        <p:spPr>
          <a:xfrm>
            <a:off x="8610929" y="109856"/>
            <a:ext cx="2737863" cy="1998066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9" name="Rechteck: abgerundete Ecken 1098">
            <a:extLst>
              <a:ext uri="{FF2B5EF4-FFF2-40B4-BE49-F238E27FC236}">
                <a16:creationId xmlns:a16="http://schemas.microsoft.com/office/drawing/2014/main" id="{C41FD093-A98A-FC40-1EA5-CA5160E4F39E}"/>
              </a:ext>
            </a:extLst>
          </p:cNvPr>
          <p:cNvSpPr/>
          <p:nvPr/>
        </p:nvSpPr>
        <p:spPr>
          <a:xfrm>
            <a:off x="191220" y="3865650"/>
            <a:ext cx="3341321" cy="2360502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5" name="Rechteck: abgerundete Ecken 1094">
            <a:extLst>
              <a:ext uri="{FF2B5EF4-FFF2-40B4-BE49-F238E27FC236}">
                <a16:creationId xmlns:a16="http://schemas.microsoft.com/office/drawing/2014/main" id="{342073D0-60DD-2612-AA76-235217D11772}"/>
              </a:ext>
            </a:extLst>
          </p:cNvPr>
          <p:cNvSpPr/>
          <p:nvPr/>
        </p:nvSpPr>
        <p:spPr>
          <a:xfrm>
            <a:off x="3648899" y="109856"/>
            <a:ext cx="4728077" cy="2485489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4" name="Rechteck: abgerundete Ecken 1093">
            <a:extLst>
              <a:ext uri="{FF2B5EF4-FFF2-40B4-BE49-F238E27FC236}">
                <a16:creationId xmlns:a16="http://schemas.microsoft.com/office/drawing/2014/main" id="{83BECAAE-F182-6FDC-7463-D4D53D12189A}"/>
              </a:ext>
            </a:extLst>
          </p:cNvPr>
          <p:cNvSpPr/>
          <p:nvPr/>
        </p:nvSpPr>
        <p:spPr>
          <a:xfrm>
            <a:off x="196483" y="103758"/>
            <a:ext cx="3253378" cy="1624615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77537B90-9C30-A0F7-668C-BA3621D1E7DC}"/>
              </a:ext>
            </a:extLst>
          </p:cNvPr>
          <p:cNvSpPr/>
          <p:nvPr/>
        </p:nvSpPr>
        <p:spPr>
          <a:xfrm>
            <a:off x="9373078" y="4771860"/>
            <a:ext cx="2584249" cy="1454292"/>
          </a:xfrm>
          <a:prstGeom prst="ellipse">
            <a:avLst/>
          </a:prstGeom>
          <a:solidFill>
            <a:srgbClr val="FFE48F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rgbClr val="AC8300"/>
                </a:solidFill>
              </a:rPr>
              <a:t>OpenDayLight</a:t>
            </a:r>
            <a:endParaRPr lang="de-DE" sz="1200" dirty="0">
              <a:solidFill>
                <a:srgbClr val="AC8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</p:txBody>
      </p:sp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16787611-51E6-65CB-BABC-5AC3C3A7E0E2}"/>
              </a:ext>
            </a:extLst>
          </p:cNvPr>
          <p:cNvSpPr/>
          <p:nvPr/>
        </p:nvSpPr>
        <p:spPr>
          <a:xfrm>
            <a:off x="9373076" y="4243490"/>
            <a:ext cx="2584249" cy="23234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accent1"/>
                </a:solidFill>
              </a:rPr>
              <a:t>MicroWaveDeviceInventory</a:t>
            </a:r>
            <a:endParaRPr lang="de-DE" sz="1200" dirty="0">
              <a:solidFill>
                <a:schemeClr val="accent1"/>
              </a:solidFill>
            </a:endParaRP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B81FF05A-83DA-D15C-64CB-5B3324D92A38}"/>
              </a:ext>
            </a:extLst>
          </p:cNvPr>
          <p:cNvSpPr/>
          <p:nvPr/>
        </p:nvSpPr>
        <p:spPr>
          <a:xfrm>
            <a:off x="3782984" y="2675235"/>
            <a:ext cx="5313685" cy="355092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>
              <a:solidFill>
                <a:schemeClr val="accent1"/>
              </a:solidFill>
            </a:endParaRPr>
          </a:p>
        </p:txBody>
      </p: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AE8041BA-8AD5-2AFC-F71F-DC9E965F3FEF}"/>
              </a:ext>
            </a:extLst>
          </p:cNvPr>
          <p:cNvGrpSpPr>
            <a:grpSpLocks noChangeAspect="1"/>
          </p:cNvGrpSpPr>
          <p:nvPr/>
        </p:nvGrpSpPr>
        <p:grpSpPr>
          <a:xfrm>
            <a:off x="4139235" y="2988198"/>
            <a:ext cx="4625896" cy="2901791"/>
            <a:chOff x="1463407" y="480277"/>
            <a:chExt cx="9351655" cy="5866224"/>
          </a:xfrm>
          <a:solidFill>
            <a:schemeClr val="bg1"/>
          </a:solidFill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27773C9A-AB3B-2833-0C2A-0736B8C50EE8}"/>
                </a:ext>
              </a:extLst>
            </p:cNvPr>
            <p:cNvSpPr/>
            <p:nvPr/>
          </p:nvSpPr>
          <p:spPr>
            <a:xfrm>
              <a:off x="2072866" y="1845889"/>
              <a:ext cx="2853775" cy="2181857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F9CB50F4-AF0D-F3C4-1359-578382187A65}"/>
                </a:ext>
              </a:extLst>
            </p:cNvPr>
            <p:cNvSpPr/>
            <p:nvPr/>
          </p:nvSpPr>
          <p:spPr>
            <a:xfrm>
              <a:off x="7860651" y="3879781"/>
              <a:ext cx="2691267" cy="2466720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A35E910B-3A10-CB29-A735-E3CC94C344B4}"/>
                </a:ext>
              </a:extLst>
            </p:cNvPr>
            <p:cNvSpPr/>
            <p:nvPr/>
          </p:nvSpPr>
          <p:spPr>
            <a:xfrm>
              <a:off x="8349656" y="2607406"/>
              <a:ext cx="2465406" cy="1530182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8ADA5A04-26B6-2353-20AC-E1D1475CDEE9}"/>
                </a:ext>
              </a:extLst>
            </p:cNvPr>
            <p:cNvSpPr/>
            <p:nvPr/>
          </p:nvSpPr>
          <p:spPr>
            <a:xfrm>
              <a:off x="5070217" y="2530708"/>
              <a:ext cx="2691267" cy="1772098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B737699-65A3-13A4-4C3E-16B9242A4614}"/>
                </a:ext>
              </a:extLst>
            </p:cNvPr>
            <p:cNvSpPr/>
            <p:nvPr/>
          </p:nvSpPr>
          <p:spPr>
            <a:xfrm>
              <a:off x="1463407" y="480277"/>
              <a:ext cx="2426154" cy="2070100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9" name="Zylinder 8">
              <a:extLst>
                <a:ext uri="{FF2B5EF4-FFF2-40B4-BE49-F238E27FC236}">
                  <a16:creationId xmlns:a16="http://schemas.microsoft.com/office/drawing/2014/main" id="{8AF4F4DE-D29E-12E1-61F3-04D8C1A3F303}"/>
                </a:ext>
              </a:extLst>
            </p:cNvPr>
            <p:cNvSpPr/>
            <p:nvPr/>
          </p:nvSpPr>
          <p:spPr>
            <a:xfrm>
              <a:off x="3694241" y="1532710"/>
              <a:ext cx="1534230" cy="570807"/>
            </a:xfrm>
            <a:prstGeom prst="can">
              <a:avLst/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800" dirty="0" err="1"/>
                <a:t>CandidateDS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Zylinder 9">
              <a:extLst>
                <a:ext uri="{FF2B5EF4-FFF2-40B4-BE49-F238E27FC236}">
                  <a16:creationId xmlns:a16="http://schemas.microsoft.com/office/drawing/2014/main" id="{88AAD683-7F21-82A7-AB3C-0A0C267DEDDD}"/>
                </a:ext>
              </a:extLst>
            </p:cNvPr>
            <p:cNvSpPr/>
            <p:nvPr/>
          </p:nvSpPr>
          <p:spPr>
            <a:xfrm>
              <a:off x="7511409" y="3634341"/>
              <a:ext cx="1534230" cy="570807"/>
            </a:xfrm>
            <a:prstGeom prst="can">
              <a:avLst/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800" dirty="0" err="1">
                  <a:solidFill>
                    <a:schemeClr val="tx1"/>
                  </a:solidFill>
                </a:rPr>
                <a:t>OperationalDS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11" name="Scrollen: vertikal 10">
              <a:extLst>
                <a:ext uri="{FF2B5EF4-FFF2-40B4-BE49-F238E27FC236}">
                  <a16:creationId xmlns:a16="http://schemas.microsoft.com/office/drawing/2014/main" id="{497049A3-99AE-A53B-7D22-02541F92867E}"/>
                </a:ext>
              </a:extLst>
            </p:cNvPr>
            <p:cNvSpPr/>
            <p:nvPr/>
          </p:nvSpPr>
          <p:spPr>
            <a:xfrm>
              <a:off x="5946140" y="4699774"/>
              <a:ext cx="1609724" cy="1303020"/>
            </a:xfrm>
            <a:prstGeom prst="verticalScroll">
              <a:avLst/>
            </a:prstGeom>
            <a:grp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900" dirty="0">
                  <a:solidFill>
                    <a:schemeClr val="tx1"/>
                  </a:solidFill>
                </a:rPr>
                <a:t>Current</a:t>
              </a:r>
              <a:br>
                <a:rPr lang="de-DE" sz="900" dirty="0">
                  <a:solidFill>
                    <a:schemeClr val="tx1"/>
                  </a:solidFill>
                </a:rPr>
              </a:br>
              <a:r>
                <a:rPr lang="de-DE" sz="900" dirty="0">
                  <a:solidFill>
                    <a:schemeClr val="tx1"/>
                  </a:solidFill>
                </a:rPr>
                <a:t>Alarms</a:t>
              </a:r>
            </a:p>
            <a:p>
              <a:pPr algn="ctr"/>
              <a:r>
                <a:rPr lang="de-DE" sz="900" dirty="0">
                  <a:solidFill>
                    <a:schemeClr val="tx1"/>
                  </a:solidFill>
                </a:rPr>
                <a:t>(</a:t>
              </a:r>
              <a:r>
                <a:rPr lang="de-DE" sz="900" dirty="0" err="1">
                  <a:solidFill>
                    <a:schemeClr val="tx1"/>
                  </a:solidFill>
                </a:rPr>
                <a:t>ToDo</a:t>
              </a:r>
              <a:r>
                <a:rPr lang="de-DE" sz="900" dirty="0">
                  <a:solidFill>
                    <a:schemeClr val="tx1"/>
                  </a:solidFill>
                </a:rPr>
                <a:t>-List)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37C877EE-6AD9-6E92-4728-A5F0983BDEF1}"/>
                </a:ext>
              </a:extLst>
            </p:cNvPr>
            <p:cNvSpPr txBox="1"/>
            <p:nvPr/>
          </p:nvSpPr>
          <p:spPr>
            <a:xfrm>
              <a:off x="1590096" y="628736"/>
              <a:ext cx="2172786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de-DE" sz="900" dirty="0"/>
                <a:t>Interpretation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A1E1B2D-3D4E-1B88-DFE4-9BE64EED2FB5}"/>
                </a:ext>
              </a:extLst>
            </p:cNvPr>
            <p:cNvSpPr txBox="1"/>
            <p:nvPr/>
          </p:nvSpPr>
          <p:spPr>
            <a:xfrm>
              <a:off x="8518660" y="2785212"/>
              <a:ext cx="2153288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Measurement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FEF5B7E5-5FC1-9BC2-35D0-704A592EC545}"/>
                </a:ext>
              </a:extLst>
            </p:cNvPr>
            <p:cNvSpPr txBox="1"/>
            <p:nvPr/>
          </p:nvSpPr>
          <p:spPr>
            <a:xfrm>
              <a:off x="5240317" y="2785212"/>
              <a:ext cx="2237449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Monitoring</a:t>
              </a:r>
            </a:p>
          </p:txBody>
        </p:sp>
        <p:sp>
          <p:nvSpPr>
            <p:cNvPr id="25" name="Pfeil: nach unten 24">
              <a:extLst>
                <a:ext uri="{FF2B5EF4-FFF2-40B4-BE49-F238E27FC236}">
                  <a16:creationId xmlns:a16="http://schemas.microsoft.com/office/drawing/2014/main" id="{181791C0-6BA0-40AD-D369-4A3928C0173B}"/>
                </a:ext>
              </a:extLst>
            </p:cNvPr>
            <p:cNvSpPr/>
            <p:nvPr/>
          </p:nvSpPr>
          <p:spPr>
            <a:xfrm>
              <a:off x="6398340" y="4229766"/>
              <a:ext cx="220975" cy="417022"/>
            </a:xfrm>
            <a:prstGeom prst="downArrow">
              <a:avLst/>
            </a:prstGeom>
            <a:grpFill/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FCED72E6-3BDD-B3EA-F535-9A4A82F7C708}"/>
                </a:ext>
              </a:extLst>
            </p:cNvPr>
            <p:cNvSpPr txBox="1"/>
            <p:nvPr/>
          </p:nvSpPr>
          <p:spPr>
            <a:xfrm>
              <a:off x="7926223" y="4423215"/>
              <a:ext cx="2465405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de-DE" sz="900"/>
                <a:t>Implementation  </a:t>
              </a:r>
            </a:p>
          </p:txBody>
        </p:sp>
        <p:sp>
          <p:nvSpPr>
            <p:cNvPr id="49" name="Pfeil: nach unten 48">
              <a:extLst>
                <a:ext uri="{FF2B5EF4-FFF2-40B4-BE49-F238E27FC236}">
                  <a16:creationId xmlns:a16="http://schemas.microsoft.com/office/drawing/2014/main" id="{9FC176FA-C461-A229-0917-23235CE48B2B}"/>
                </a:ext>
              </a:extLst>
            </p:cNvPr>
            <p:cNvSpPr/>
            <p:nvPr/>
          </p:nvSpPr>
          <p:spPr>
            <a:xfrm rot="16200000">
              <a:off x="7657604" y="4889610"/>
              <a:ext cx="220975" cy="417022"/>
            </a:xfrm>
            <a:prstGeom prst="downArrow">
              <a:avLst/>
            </a:prstGeom>
            <a:grpFill/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50" name="Zylinder 49">
              <a:extLst>
                <a:ext uri="{FF2B5EF4-FFF2-40B4-BE49-F238E27FC236}">
                  <a16:creationId xmlns:a16="http://schemas.microsoft.com/office/drawing/2014/main" id="{8964A1DC-EDEA-7A4C-4CB0-DE1E8E9D71A6}"/>
                </a:ext>
              </a:extLst>
            </p:cNvPr>
            <p:cNvSpPr/>
            <p:nvPr/>
          </p:nvSpPr>
          <p:spPr>
            <a:xfrm>
              <a:off x="3694008" y="3669315"/>
              <a:ext cx="1534230" cy="570807"/>
            </a:xfrm>
            <a:prstGeom prst="can">
              <a:avLst/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800" dirty="0" err="1"/>
                <a:t>RunningDS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213C8B79-1A9D-F4F1-BA7D-F72B54500590}"/>
                </a:ext>
              </a:extLst>
            </p:cNvPr>
            <p:cNvSpPr txBox="1"/>
            <p:nvPr/>
          </p:nvSpPr>
          <p:spPr>
            <a:xfrm>
              <a:off x="2314962" y="2861284"/>
              <a:ext cx="2256933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/>
                <a:t>Validation</a:t>
              </a:r>
            </a:p>
          </p:txBody>
        </p:sp>
      </p:grpSp>
      <p:sp>
        <p:nvSpPr>
          <p:cNvPr id="65" name="Denkblase: wolkenförmig 64">
            <a:extLst>
              <a:ext uri="{FF2B5EF4-FFF2-40B4-BE49-F238E27FC236}">
                <a16:creationId xmlns:a16="http://schemas.microsoft.com/office/drawing/2014/main" id="{2219123D-C149-E710-3327-B1A7C719EF5E}"/>
              </a:ext>
            </a:extLst>
          </p:cNvPr>
          <p:cNvSpPr/>
          <p:nvPr/>
        </p:nvSpPr>
        <p:spPr>
          <a:xfrm>
            <a:off x="9566874" y="5265350"/>
            <a:ext cx="2274936" cy="774700"/>
          </a:xfrm>
          <a:prstGeom prst="cloudCallout">
            <a:avLst>
              <a:gd name="adj1" fmla="val 48056"/>
              <a:gd name="adj2" fmla="val 10041"/>
            </a:avLst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Devices</a:t>
            </a:r>
          </a:p>
        </p:txBody>
      </p:sp>
      <p:cxnSp>
        <p:nvCxnSpPr>
          <p:cNvPr id="68" name="Verbinder: gekrümmt 67">
            <a:extLst>
              <a:ext uri="{FF2B5EF4-FFF2-40B4-BE49-F238E27FC236}">
                <a16:creationId xmlns:a16="http://schemas.microsoft.com/office/drawing/2014/main" id="{75A94349-AD26-46EE-76A3-D78F8BD1D030}"/>
              </a:ext>
            </a:extLst>
          </p:cNvPr>
          <p:cNvCxnSpPr>
            <a:stCxn id="4" idx="3"/>
            <a:endCxn id="66" idx="2"/>
          </p:cNvCxnSpPr>
          <p:nvPr/>
        </p:nvCxnSpPr>
        <p:spPr>
          <a:xfrm>
            <a:off x="8634964" y="5279894"/>
            <a:ext cx="738114" cy="21911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Verbinder: gekrümmt 69">
            <a:extLst>
              <a:ext uri="{FF2B5EF4-FFF2-40B4-BE49-F238E27FC236}">
                <a16:creationId xmlns:a16="http://schemas.microsoft.com/office/drawing/2014/main" id="{BE6540EA-A0B0-9DAE-B9AF-F0427D912814}"/>
              </a:ext>
            </a:extLst>
          </p:cNvPr>
          <p:cNvCxnSpPr>
            <a:cxnSpLocks/>
            <a:stCxn id="83" idx="0"/>
            <a:endCxn id="5" idx="3"/>
          </p:cNvCxnSpPr>
          <p:nvPr/>
        </p:nvCxnSpPr>
        <p:spPr>
          <a:xfrm rot="16200000" flipH="1" flipV="1">
            <a:off x="9627478" y="3381143"/>
            <a:ext cx="175376" cy="1900070"/>
          </a:xfrm>
          <a:prstGeom prst="curvedConnector4">
            <a:avLst>
              <a:gd name="adj1" fmla="val -130349"/>
              <a:gd name="adj2" fmla="val 840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Verbinder: gekrümmt 72">
            <a:extLst>
              <a:ext uri="{FF2B5EF4-FFF2-40B4-BE49-F238E27FC236}">
                <a16:creationId xmlns:a16="http://schemas.microsoft.com/office/drawing/2014/main" id="{FF423A63-9319-BBBC-D825-1196E6D06FDA}"/>
              </a:ext>
            </a:extLst>
          </p:cNvPr>
          <p:cNvCxnSpPr>
            <a:cxnSpLocks/>
            <a:stCxn id="66" idx="7"/>
            <a:endCxn id="83" idx="2"/>
          </p:cNvCxnSpPr>
          <p:nvPr/>
        </p:nvCxnSpPr>
        <p:spPr>
          <a:xfrm rot="16200000" flipV="1">
            <a:off x="10867539" y="4273502"/>
            <a:ext cx="508997" cy="91367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F0F7E189-F329-3636-A192-03DD51F901ED}"/>
              </a:ext>
            </a:extLst>
          </p:cNvPr>
          <p:cNvGrpSpPr/>
          <p:nvPr/>
        </p:nvGrpSpPr>
        <p:grpSpPr>
          <a:xfrm>
            <a:off x="294005" y="325232"/>
            <a:ext cx="657427" cy="849143"/>
            <a:chOff x="294005" y="325232"/>
            <a:chExt cx="657427" cy="849143"/>
          </a:xfrm>
        </p:grpSpPr>
        <p:pic>
          <p:nvPicPr>
            <p:cNvPr id="86" name="Grafik 85" descr="Männliches Profil Silhouette">
              <a:extLst>
                <a:ext uri="{FF2B5EF4-FFF2-40B4-BE49-F238E27FC236}">
                  <a16:creationId xmlns:a16="http://schemas.microsoft.com/office/drawing/2014/main" id="{1E3554DD-0E9C-E3E7-C115-15D38F6B2C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4005" y="325232"/>
              <a:ext cx="657427" cy="657427"/>
            </a:xfrm>
            <a:prstGeom prst="rect">
              <a:avLst/>
            </a:prstGeom>
          </p:spPr>
        </p:pic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8FAAE994-2252-948B-4BA8-5494C22FFE29}"/>
                </a:ext>
              </a:extLst>
            </p:cNvPr>
            <p:cNvSpPr txBox="1"/>
            <p:nvPr/>
          </p:nvSpPr>
          <p:spPr>
            <a:xfrm>
              <a:off x="383258" y="897376"/>
              <a:ext cx="47655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900" dirty="0"/>
                <a:t>Transport</a:t>
              </a:r>
            </a:p>
            <a:p>
              <a:pPr algn="ctr"/>
              <a:r>
                <a:rPr lang="de-DE" sz="900" dirty="0" err="1"/>
                <a:t>Planning</a:t>
              </a:r>
              <a:endParaRPr lang="de-DE" sz="900" dirty="0"/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B02E03FC-7C27-142F-C74E-2B6F217EA52C}"/>
              </a:ext>
            </a:extLst>
          </p:cNvPr>
          <p:cNvGrpSpPr/>
          <p:nvPr/>
        </p:nvGrpSpPr>
        <p:grpSpPr>
          <a:xfrm>
            <a:off x="334285" y="4632609"/>
            <a:ext cx="657427" cy="698813"/>
            <a:chOff x="288722" y="3938144"/>
            <a:chExt cx="657427" cy="698813"/>
          </a:xfrm>
        </p:grpSpPr>
        <p:pic>
          <p:nvPicPr>
            <p:cNvPr id="87" name="Grafik 86" descr="Männliches Profil Silhouette">
              <a:extLst>
                <a:ext uri="{FF2B5EF4-FFF2-40B4-BE49-F238E27FC236}">
                  <a16:creationId xmlns:a16="http://schemas.microsoft.com/office/drawing/2014/main" id="{881E8D73-A10F-E535-74A4-CF51C20F4E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8722" y="3938144"/>
              <a:ext cx="657427" cy="657427"/>
            </a:xfrm>
            <a:prstGeom prst="rect">
              <a:avLst/>
            </a:prstGeom>
          </p:spPr>
        </p:pic>
        <p:sp>
          <p:nvSpPr>
            <p:cNvPr id="89" name="Textfeld 88">
              <a:extLst>
                <a:ext uri="{FF2B5EF4-FFF2-40B4-BE49-F238E27FC236}">
                  <a16:creationId xmlns:a16="http://schemas.microsoft.com/office/drawing/2014/main" id="{F6B23B9D-A613-E9C2-1D7E-BA17ABA08EA5}"/>
                </a:ext>
              </a:extLst>
            </p:cNvPr>
            <p:cNvSpPr txBox="1"/>
            <p:nvPr/>
          </p:nvSpPr>
          <p:spPr>
            <a:xfrm>
              <a:off x="316031" y="4498458"/>
              <a:ext cx="60593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Engineering</a:t>
              </a:r>
            </a:p>
          </p:txBody>
        </p:sp>
      </p:grp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5A80FC72-2D19-65F4-9A4F-EDB48E89923D}"/>
              </a:ext>
            </a:extLst>
          </p:cNvPr>
          <p:cNvCxnSpPr/>
          <p:nvPr/>
        </p:nvCxnSpPr>
        <p:spPr>
          <a:xfrm>
            <a:off x="336000" y="2244725"/>
            <a:ext cx="11520000" cy="0"/>
          </a:xfrm>
          <a:prstGeom prst="line">
            <a:avLst/>
          </a:prstGeom>
          <a:ln w="635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311EEF4F-43D9-43BC-84F6-910442BDCEB8}"/>
              </a:ext>
            </a:extLst>
          </p:cNvPr>
          <p:cNvSpPr txBox="1"/>
          <p:nvPr/>
        </p:nvSpPr>
        <p:spPr>
          <a:xfrm>
            <a:off x="9952386" y="2316024"/>
            <a:ext cx="18034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MW SDN Domaine</a:t>
            </a:r>
          </a:p>
        </p:txBody>
      </p:sp>
      <p:sp>
        <p:nvSpPr>
          <p:cNvPr id="93" name="Rechteck: abgerundete Ecken 92">
            <a:extLst>
              <a:ext uri="{FF2B5EF4-FFF2-40B4-BE49-F238E27FC236}">
                <a16:creationId xmlns:a16="http://schemas.microsoft.com/office/drawing/2014/main" id="{EFDA194D-E555-6573-51FB-D9C4A269C16B}"/>
              </a:ext>
            </a:extLst>
          </p:cNvPr>
          <p:cNvSpPr/>
          <p:nvPr/>
        </p:nvSpPr>
        <p:spPr>
          <a:xfrm>
            <a:off x="1975616" y="351419"/>
            <a:ext cx="1213293" cy="78506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MDOI, APT, x:akta,  </a:t>
            </a:r>
            <a:r>
              <a:rPr lang="de-DE" sz="1050" dirty="0" err="1">
                <a:solidFill>
                  <a:srgbClr val="0C3548"/>
                </a:solidFill>
              </a:rPr>
              <a:t>netsite</a:t>
            </a:r>
            <a:r>
              <a:rPr lang="de-DE" sz="1050" dirty="0">
                <a:solidFill>
                  <a:srgbClr val="0C3548"/>
                </a:solidFill>
              </a:rPr>
              <a:t>, </a:t>
            </a:r>
            <a:r>
              <a:rPr lang="de-DE" sz="1050" dirty="0" err="1">
                <a:solidFill>
                  <a:srgbClr val="0C3548"/>
                </a:solidFill>
              </a:rPr>
              <a:t>or</a:t>
            </a:r>
            <a:r>
              <a:rPr lang="de-DE" sz="1050" dirty="0">
                <a:solidFill>
                  <a:srgbClr val="0C3548"/>
                </a:solidFill>
              </a:rPr>
              <a:t> </a:t>
            </a:r>
            <a:r>
              <a:rPr lang="de-DE" sz="1050" dirty="0" err="1">
                <a:solidFill>
                  <a:srgbClr val="0C3548"/>
                </a:solidFill>
              </a:rPr>
              <a:t>NetExplorer</a:t>
            </a:r>
            <a:r>
              <a:rPr lang="de-DE" sz="1050" dirty="0">
                <a:solidFill>
                  <a:srgbClr val="0C3548"/>
                </a:solidFill>
              </a:rPr>
              <a:t> ?</a:t>
            </a:r>
          </a:p>
        </p:txBody>
      </p:sp>
      <p:cxnSp>
        <p:nvCxnSpPr>
          <p:cNvPr id="94" name="Verbinder: gekrümmt 93">
            <a:extLst>
              <a:ext uri="{FF2B5EF4-FFF2-40B4-BE49-F238E27FC236}">
                <a16:creationId xmlns:a16="http://schemas.microsoft.com/office/drawing/2014/main" id="{4A929FCE-C5E2-C09A-A325-D67B1F090F9B}"/>
              </a:ext>
            </a:extLst>
          </p:cNvPr>
          <p:cNvCxnSpPr>
            <a:cxnSpLocks/>
            <a:stCxn id="93" idx="2"/>
            <a:endCxn id="7" idx="1"/>
          </p:cNvCxnSpPr>
          <p:nvPr/>
        </p:nvCxnSpPr>
        <p:spPr>
          <a:xfrm rot="16200000" flipH="1">
            <a:off x="2178892" y="1539854"/>
            <a:ext cx="2363714" cy="15569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feld 96">
            <a:extLst>
              <a:ext uri="{FF2B5EF4-FFF2-40B4-BE49-F238E27FC236}">
                <a16:creationId xmlns:a16="http://schemas.microsoft.com/office/drawing/2014/main" id="{338DA43D-6D61-DD93-720A-FA8DCA5DE23D}"/>
              </a:ext>
            </a:extLst>
          </p:cNvPr>
          <p:cNvSpPr txBox="1"/>
          <p:nvPr/>
        </p:nvSpPr>
        <p:spPr>
          <a:xfrm>
            <a:off x="350663" y="5380946"/>
            <a:ext cx="255196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dirty="0"/>
              <a:t>Documenting file locations for FTP download</a:t>
            </a:r>
            <a:endParaRPr lang="en-US" sz="900" noProof="0" dirty="0"/>
          </a:p>
          <a:p>
            <a:r>
              <a:rPr lang="en-US" sz="900" noProof="0" dirty="0"/>
              <a:t>Updating the firmware approvals</a:t>
            </a:r>
          </a:p>
          <a:p>
            <a:r>
              <a:rPr lang="en-US" sz="900" dirty="0"/>
              <a:t>(</a:t>
            </a:r>
            <a:r>
              <a:rPr lang="en-US" sz="900" dirty="0" err="1"/>
              <a:t>InterpretationFunctions</a:t>
            </a:r>
            <a:r>
              <a:rPr lang="en-US" sz="900" dirty="0"/>
              <a:t>)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6AB09B5E-9F59-C3E1-9C3C-A881A35A105B}"/>
              </a:ext>
            </a:extLst>
          </p:cNvPr>
          <p:cNvSpPr txBox="1"/>
          <p:nvPr/>
        </p:nvSpPr>
        <p:spPr>
          <a:xfrm>
            <a:off x="9952386" y="1936060"/>
            <a:ext cx="18034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Tools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DAD1B585-20B5-B317-B2A8-A64000572D67}"/>
              </a:ext>
            </a:extLst>
          </p:cNvPr>
          <p:cNvSpPr txBox="1"/>
          <p:nvPr/>
        </p:nvSpPr>
        <p:spPr>
          <a:xfrm>
            <a:off x="383258" y="1222011"/>
            <a:ext cx="20280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dirty="0"/>
              <a:t>Moving </a:t>
            </a:r>
            <a:r>
              <a:rPr lang="en-US" sz="900" noProof="0" dirty="0"/>
              <a:t>devices between device groups</a:t>
            </a:r>
          </a:p>
          <a:p>
            <a:r>
              <a:rPr lang="en-US" sz="900" noProof="0" dirty="0"/>
              <a:t>(</a:t>
            </a:r>
            <a:r>
              <a:rPr lang="en-US" sz="900" noProof="0" dirty="0" err="1"/>
              <a:t>InterpretationFunctions</a:t>
            </a:r>
            <a:r>
              <a:rPr lang="en-US" sz="900" noProof="0" dirty="0"/>
              <a:t>)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65AB0FD1-335D-95A2-D5F4-07035912B1A9}"/>
              </a:ext>
            </a:extLst>
          </p:cNvPr>
          <p:cNvSpPr txBox="1"/>
          <p:nvPr/>
        </p:nvSpPr>
        <p:spPr>
          <a:xfrm>
            <a:off x="5204204" y="859483"/>
            <a:ext cx="255147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Creating, updating and deleting device groups</a:t>
            </a:r>
          </a:p>
          <a:p>
            <a:r>
              <a:rPr lang="en-US" sz="900" dirty="0"/>
              <a:t>(</a:t>
            </a:r>
            <a:r>
              <a:rPr lang="en-US" sz="900" dirty="0" err="1"/>
              <a:t>InterpretationFunctions</a:t>
            </a:r>
            <a:r>
              <a:rPr lang="en-US" sz="900" dirty="0"/>
              <a:t>)</a:t>
            </a:r>
            <a:endParaRPr lang="en-US" sz="900" noProof="0" dirty="0"/>
          </a:p>
        </p:txBody>
      </p:sp>
      <p:cxnSp>
        <p:nvCxnSpPr>
          <p:cNvPr id="108" name="Verbinder: gekrümmt 107">
            <a:extLst>
              <a:ext uri="{FF2B5EF4-FFF2-40B4-BE49-F238E27FC236}">
                <a16:creationId xmlns:a16="http://schemas.microsoft.com/office/drawing/2014/main" id="{A6FAF5D0-7886-4418-57E8-A5FAB7BE26A9}"/>
              </a:ext>
            </a:extLst>
          </p:cNvPr>
          <p:cNvCxnSpPr>
            <a:cxnSpLocks/>
            <a:stCxn id="14" idx="3"/>
            <a:endCxn id="7" idx="1"/>
          </p:cNvCxnSpPr>
          <p:nvPr/>
        </p:nvCxnSpPr>
        <p:spPr>
          <a:xfrm flipV="1">
            <a:off x="2551748" y="3500197"/>
            <a:ext cx="1587487" cy="10585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hteck: abgerundete Ecken 122">
            <a:extLst>
              <a:ext uri="{FF2B5EF4-FFF2-40B4-BE49-F238E27FC236}">
                <a16:creationId xmlns:a16="http://schemas.microsoft.com/office/drawing/2014/main" id="{14A8D1B3-EE08-B5FD-1728-6FC271F965EE}"/>
              </a:ext>
            </a:extLst>
          </p:cNvPr>
          <p:cNvSpPr/>
          <p:nvPr/>
        </p:nvSpPr>
        <p:spPr>
          <a:xfrm>
            <a:off x="3164689" y="4475839"/>
            <a:ext cx="198971" cy="33586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>
              <a:solidFill>
                <a:schemeClr val="accent1"/>
              </a:solidFill>
            </a:endParaRPr>
          </a:p>
        </p:txBody>
      </p:sp>
      <p:cxnSp>
        <p:nvCxnSpPr>
          <p:cNvPr id="126" name="Verbinder: gekrümmt 125">
            <a:extLst>
              <a:ext uri="{FF2B5EF4-FFF2-40B4-BE49-F238E27FC236}">
                <a16:creationId xmlns:a16="http://schemas.microsoft.com/office/drawing/2014/main" id="{19A698F7-F9CE-4437-6CDA-E9D7DC23B7D6}"/>
              </a:ext>
            </a:extLst>
          </p:cNvPr>
          <p:cNvCxnSpPr>
            <a:cxnSpLocks/>
            <a:stCxn id="123" idx="3"/>
          </p:cNvCxnSpPr>
          <p:nvPr/>
        </p:nvCxnSpPr>
        <p:spPr>
          <a:xfrm flipV="1">
            <a:off x="3363660" y="3897055"/>
            <a:ext cx="792299" cy="746719"/>
          </a:xfrm>
          <a:prstGeom prst="curvedConnector3">
            <a:avLst>
              <a:gd name="adj1" fmla="val 6396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2" name="Gruppieren 1051">
            <a:extLst>
              <a:ext uri="{FF2B5EF4-FFF2-40B4-BE49-F238E27FC236}">
                <a16:creationId xmlns:a16="http://schemas.microsoft.com/office/drawing/2014/main" id="{B1C82535-A75D-FCB5-99DB-7A1C15A07D52}"/>
              </a:ext>
            </a:extLst>
          </p:cNvPr>
          <p:cNvGrpSpPr/>
          <p:nvPr/>
        </p:nvGrpSpPr>
        <p:grpSpPr>
          <a:xfrm>
            <a:off x="5162322" y="103758"/>
            <a:ext cx="657427" cy="700923"/>
            <a:chOff x="288722" y="3938144"/>
            <a:chExt cx="657427" cy="700923"/>
          </a:xfrm>
        </p:grpSpPr>
        <p:pic>
          <p:nvPicPr>
            <p:cNvPr id="1053" name="Grafik 1052" descr="Männliches Profil Silhouette">
              <a:extLst>
                <a:ext uri="{FF2B5EF4-FFF2-40B4-BE49-F238E27FC236}">
                  <a16:creationId xmlns:a16="http://schemas.microsoft.com/office/drawing/2014/main" id="{4E4A3194-0D96-20FD-32F8-465C3C46C1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8722" y="3938144"/>
              <a:ext cx="657427" cy="657427"/>
            </a:xfrm>
            <a:prstGeom prst="rect">
              <a:avLst/>
            </a:prstGeom>
          </p:spPr>
        </p:pic>
        <p:sp>
          <p:nvSpPr>
            <p:cNvPr id="1054" name="Textfeld 1053">
              <a:extLst>
                <a:ext uri="{FF2B5EF4-FFF2-40B4-BE49-F238E27FC236}">
                  <a16:creationId xmlns:a16="http://schemas.microsoft.com/office/drawing/2014/main" id="{1A324310-4533-7B9B-D86A-6A35D9B3B813}"/>
                </a:ext>
              </a:extLst>
            </p:cNvPr>
            <p:cNvSpPr txBox="1"/>
            <p:nvPr/>
          </p:nvSpPr>
          <p:spPr>
            <a:xfrm>
              <a:off x="340213" y="4500568"/>
              <a:ext cx="60593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 err="1"/>
                <a:t>Operations</a:t>
              </a:r>
              <a:endParaRPr lang="de-DE" sz="900" dirty="0"/>
            </a:p>
          </p:txBody>
        </p:sp>
      </p:grpSp>
      <p:sp>
        <p:nvSpPr>
          <p:cNvPr id="1056" name="Rechteck: abgerundete Ecken 1055">
            <a:extLst>
              <a:ext uri="{FF2B5EF4-FFF2-40B4-BE49-F238E27FC236}">
                <a16:creationId xmlns:a16="http://schemas.microsoft.com/office/drawing/2014/main" id="{DD3CCD38-7A07-7389-B24A-683AB45F6AB4}"/>
              </a:ext>
            </a:extLst>
          </p:cNvPr>
          <p:cNvSpPr/>
          <p:nvPr/>
        </p:nvSpPr>
        <p:spPr>
          <a:xfrm>
            <a:off x="3825246" y="943310"/>
            <a:ext cx="1213293" cy="78506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>
                <a:solidFill>
                  <a:srgbClr val="0C3548"/>
                </a:solidFill>
              </a:rPr>
              <a:t>TechM</a:t>
            </a:r>
            <a:endParaRPr lang="de-DE" sz="1050" dirty="0">
              <a:solidFill>
                <a:srgbClr val="0C3548"/>
              </a:solidFill>
            </a:endParaRPr>
          </a:p>
        </p:txBody>
      </p:sp>
      <p:cxnSp>
        <p:nvCxnSpPr>
          <p:cNvPr id="1057" name="Verbinder: gekrümmt 1056">
            <a:extLst>
              <a:ext uri="{FF2B5EF4-FFF2-40B4-BE49-F238E27FC236}">
                <a16:creationId xmlns:a16="http://schemas.microsoft.com/office/drawing/2014/main" id="{E4784497-D739-672D-09C3-240123E15010}"/>
              </a:ext>
            </a:extLst>
          </p:cNvPr>
          <p:cNvCxnSpPr>
            <a:cxnSpLocks/>
            <a:stCxn id="1056" idx="2"/>
            <a:endCxn id="7" idx="1"/>
          </p:cNvCxnSpPr>
          <p:nvPr/>
        </p:nvCxnSpPr>
        <p:spPr>
          <a:xfrm rot="5400000">
            <a:off x="3399653" y="2467956"/>
            <a:ext cx="1771823" cy="292658"/>
          </a:xfrm>
          <a:prstGeom prst="curvedConnector4">
            <a:avLst>
              <a:gd name="adj1" fmla="val 35552"/>
              <a:gd name="adj2" fmla="val 178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1" name="Rechteck: abgerundete Ecken 1060">
            <a:extLst>
              <a:ext uri="{FF2B5EF4-FFF2-40B4-BE49-F238E27FC236}">
                <a16:creationId xmlns:a16="http://schemas.microsoft.com/office/drawing/2014/main" id="{33B03BB6-6D7E-E172-5237-A259456CE832}"/>
              </a:ext>
            </a:extLst>
          </p:cNvPr>
          <p:cNvSpPr/>
          <p:nvPr/>
        </p:nvSpPr>
        <p:spPr>
          <a:xfrm>
            <a:off x="4881907" y="2169842"/>
            <a:ext cx="198971" cy="33586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>
              <a:solidFill>
                <a:schemeClr val="accent1"/>
              </a:solidFill>
            </a:endParaRPr>
          </a:p>
        </p:txBody>
      </p:sp>
      <p:cxnSp>
        <p:nvCxnSpPr>
          <p:cNvPr id="1063" name="Verbinder: gekrümmt 1062">
            <a:extLst>
              <a:ext uri="{FF2B5EF4-FFF2-40B4-BE49-F238E27FC236}">
                <a16:creationId xmlns:a16="http://schemas.microsoft.com/office/drawing/2014/main" id="{EE6A4E27-94DD-6512-FFA7-10CA0DAEAC49}"/>
              </a:ext>
            </a:extLst>
          </p:cNvPr>
          <p:cNvCxnSpPr>
            <a:cxnSpLocks/>
            <a:stCxn id="1061" idx="2"/>
            <a:endCxn id="7" idx="0"/>
          </p:cNvCxnSpPr>
          <p:nvPr/>
        </p:nvCxnSpPr>
        <p:spPr>
          <a:xfrm rot="5400000">
            <a:off x="4619102" y="2625906"/>
            <a:ext cx="482487" cy="242096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7" name="Textfeld 1066">
            <a:extLst>
              <a:ext uri="{FF2B5EF4-FFF2-40B4-BE49-F238E27FC236}">
                <a16:creationId xmlns:a16="http://schemas.microsoft.com/office/drawing/2014/main" id="{11670DFC-C0A7-9072-9903-BA20D506E895}"/>
              </a:ext>
            </a:extLst>
          </p:cNvPr>
          <p:cNvSpPr txBox="1"/>
          <p:nvPr/>
        </p:nvSpPr>
        <p:spPr>
          <a:xfrm>
            <a:off x="4489706" y="1828650"/>
            <a:ext cx="85520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Either Tool or </a:t>
            </a:r>
          </a:p>
          <a:p>
            <a:r>
              <a:rPr lang="en-US" sz="900" noProof="0" dirty="0" err="1"/>
              <a:t>miniGUI</a:t>
            </a:r>
            <a:r>
              <a:rPr lang="en-US" sz="900" noProof="0" dirty="0"/>
              <a:t> module</a:t>
            </a:r>
          </a:p>
        </p:txBody>
      </p:sp>
      <p:sp>
        <p:nvSpPr>
          <p:cNvPr id="1071" name="Rechteck: abgerundete Ecken 1070">
            <a:extLst>
              <a:ext uri="{FF2B5EF4-FFF2-40B4-BE49-F238E27FC236}">
                <a16:creationId xmlns:a16="http://schemas.microsoft.com/office/drawing/2014/main" id="{65507465-8A9D-6A74-544C-B9F51CBCD9A4}"/>
              </a:ext>
            </a:extLst>
          </p:cNvPr>
          <p:cNvSpPr/>
          <p:nvPr/>
        </p:nvSpPr>
        <p:spPr>
          <a:xfrm>
            <a:off x="7645793" y="1087279"/>
            <a:ext cx="593016" cy="37432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TSM</a:t>
            </a:r>
          </a:p>
        </p:txBody>
      </p:sp>
      <p:sp>
        <p:nvSpPr>
          <p:cNvPr id="1074" name="Textfeld 1073">
            <a:extLst>
              <a:ext uri="{FF2B5EF4-FFF2-40B4-BE49-F238E27FC236}">
                <a16:creationId xmlns:a16="http://schemas.microsoft.com/office/drawing/2014/main" id="{36285271-A9C8-C239-63D0-D4F35039FF34}"/>
              </a:ext>
            </a:extLst>
          </p:cNvPr>
          <p:cNvSpPr txBox="1"/>
          <p:nvPr/>
        </p:nvSpPr>
        <p:spPr>
          <a:xfrm>
            <a:off x="6239699" y="1528432"/>
            <a:ext cx="175106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noProof="0" dirty="0"/>
              <a:t>Supervising automated activities</a:t>
            </a:r>
          </a:p>
        </p:txBody>
      </p:sp>
      <p:sp>
        <p:nvSpPr>
          <p:cNvPr id="1078" name="Rechteck: abgerundete Ecken 1077">
            <a:extLst>
              <a:ext uri="{FF2B5EF4-FFF2-40B4-BE49-F238E27FC236}">
                <a16:creationId xmlns:a16="http://schemas.microsoft.com/office/drawing/2014/main" id="{B065A177-0430-C36B-82BD-B4B0FE8812C4}"/>
              </a:ext>
            </a:extLst>
          </p:cNvPr>
          <p:cNvSpPr/>
          <p:nvPr/>
        </p:nvSpPr>
        <p:spPr>
          <a:xfrm>
            <a:off x="8911893" y="1545031"/>
            <a:ext cx="1437623" cy="37432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err="1">
                <a:solidFill>
                  <a:srgbClr val="0C3548"/>
                </a:solidFill>
              </a:rPr>
              <a:t>AutomationEngine</a:t>
            </a:r>
            <a:endParaRPr lang="de-DE" sz="1050" dirty="0">
              <a:solidFill>
                <a:srgbClr val="0C3548"/>
              </a:solidFill>
            </a:endParaRPr>
          </a:p>
        </p:txBody>
      </p:sp>
      <p:cxnSp>
        <p:nvCxnSpPr>
          <p:cNvPr id="1079" name="Verbinder: gekrümmt 1078">
            <a:extLst>
              <a:ext uri="{FF2B5EF4-FFF2-40B4-BE49-F238E27FC236}">
                <a16:creationId xmlns:a16="http://schemas.microsoft.com/office/drawing/2014/main" id="{43F4430B-7CF5-3035-5D74-1A6256CC853D}"/>
              </a:ext>
            </a:extLst>
          </p:cNvPr>
          <p:cNvCxnSpPr>
            <a:cxnSpLocks/>
            <a:stCxn id="11" idx="0"/>
            <a:endCxn id="1078" idx="2"/>
          </p:cNvCxnSpPr>
          <p:nvPr/>
        </p:nvCxnSpPr>
        <p:spPr>
          <a:xfrm rot="5400000" flipH="1" flipV="1">
            <a:off x="6614720" y="2059433"/>
            <a:ext cx="3156066" cy="28759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Verbinder: gekrümmt 1085">
            <a:extLst>
              <a:ext uri="{FF2B5EF4-FFF2-40B4-BE49-F238E27FC236}">
                <a16:creationId xmlns:a16="http://schemas.microsoft.com/office/drawing/2014/main" id="{46FF63E0-3ECB-3559-2DA1-3C9439FE9387}"/>
              </a:ext>
            </a:extLst>
          </p:cNvPr>
          <p:cNvCxnSpPr>
            <a:cxnSpLocks/>
            <a:stCxn id="1078" idx="0"/>
            <a:endCxn id="1071" idx="3"/>
          </p:cNvCxnSpPr>
          <p:nvPr/>
        </p:nvCxnSpPr>
        <p:spPr>
          <a:xfrm rot="16200000" flipV="1">
            <a:off x="8799462" y="713788"/>
            <a:ext cx="270591" cy="139189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9" name="Gruppieren 1088">
            <a:extLst>
              <a:ext uri="{FF2B5EF4-FFF2-40B4-BE49-F238E27FC236}">
                <a16:creationId xmlns:a16="http://schemas.microsoft.com/office/drawing/2014/main" id="{CD1DC46E-53BD-660F-7278-3479A3265217}"/>
              </a:ext>
            </a:extLst>
          </p:cNvPr>
          <p:cNvGrpSpPr/>
          <p:nvPr/>
        </p:nvGrpSpPr>
        <p:grpSpPr>
          <a:xfrm>
            <a:off x="10525374" y="249937"/>
            <a:ext cx="657427" cy="700923"/>
            <a:chOff x="288722" y="3938144"/>
            <a:chExt cx="657427" cy="700923"/>
          </a:xfrm>
        </p:grpSpPr>
        <p:pic>
          <p:nvPicPr>
            <p:cNvPr id="1090" name="Grafik 1089" descr="Männliches Profil Silhouette">
              <a:extLst>
                <a:ext uri="{FF2B5EF4-FFF2-40B4-BE49-F238E27FC236}">
                  <a16:creationId xmlns:a16="http://schemas.microsoft.com/office/drawing/2014/main" id="{CD6FBD42-1556-B549-73D2-F572D9918C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8722" y="3938144"/>
              <a:ext cx="657427" cy="657427"/>
            </a:xfrm>
            <a:prstGeom prst="rect">
              <a:avLst/>
            </a:prstGeom>
          </p:spPr>
        </p:pic>
        <p:sp>
          <p:nvSpPr>
            <p:cNvPr id="1091" name="Textfeld 1090">
              <a:extLst>
                <a:ext uri="{FF2B5EF4-FFF2-40B4-BE49-F238E27FC236}">
                  <a16:creationId xmlns:a16="http://schemas.microsoft.com/office/drawing/2014/main" id="{FF007CDE-3C73-6204-10C6-41679F616226}"/>
                </a:ext>
              </a:extLst>
            </p:cNvPr>
            <p:cNvSpPr txBox="1"/>
            <p:nvPr/>
          </p:nvSpPr>
          <p:spPr>
            <a:xfrm>
              <a:off x="340213" y="4500568"/>
              <a:ext cx="60593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Automation</a:t>
              </a:r>
            </a:p>
          </p:txBody>
        </p:sp>
      </p:grpSp>
      <p:sp>
        <p:nvSpPr>
          <p:cNvPr id="1092" name="Textfeld 1091">
            <a:extLst>
              <a:ext uri="{FF2B5EF4-FFF2-40B4-BE49-F238E27FC236}">
                <a16:creationId xmlns:a16="http://schemas.microsoft.com/office/drawing/2014/main" id="{135333C5-71BC-8F49-44B1-A5914EC46719}"/>
              </a:ext>
            </a:extLst>
          </p:cNvPr>
          <p:cNvSpPr txBox="1"/>
          <p:nvPr/>
        </p:nvSpPr>
        <p:spPr>
          <a:xfrm>
            <a:off x="9096669" y="1037434"/>
            <a:ext cx="205475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/>
              <a:t>Creating, updating and closing tickets</a:t>
            </a:r>
          </a:p>
          <a:p>
            <a:pPr algn="r"/>
            <a:r>
              <a:rPr lang="en-US" sz="900" noProof="0" dirty="0"/>
              <a:t>(Notifications)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4BD7105-E313-67C8-E762-B06C0674B623}"/>
              </a:ext>
            </a:extLst>
          </p:cNvPr>
          <p:cNvSpPr txBox="1"/>
          <p:nvPr/>
        </p:nvSpPr>
        <p:spPr>
          <a:xfrm>
            <a:off x="2647661" y="4902666"/>
            <a:ext cx="85520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Either Tool or </a:t>
            </a:r>
          </a:p>
          <a:p>
            <a:r>
              <a:rPr lang="en-US" sz="900" noProof="0" dirty="0" err="1"/>
              <a:t>miniGUI</a:t>
            </a:r>
            <a:r>
              <a:rPr lang="en-US" sz="900" noProof="0" dirty="0"/>
              <a:t> module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011813F-2534-6455-6B97-10E193B6A308}"/>
              </a:ext>
            </a:extLst>
          </p:cNvPr>
          <p:cNvSpPr/>
          <p:nvPr/>
        </p:nvSpPr>
        <p:spPr>
          <a:xfrm>
            <a:off x="1338455" y="4166175"/>
            <a:ext cx="1213293" cy="78506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>
                <a:solidFill>
                  <a:srgbClr val="0C3548"/>
                </a:solidFill>
              </a:rPr>
              <a:t>TechM</a:t>
            </a:r>
            <a:endParaRPr lang="de-DE" sz="1050" dirty="0">
              <a:solidFill>
                <a:srgbClr val="0C35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168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Ellipse 65">
            <a:extLst>
              <a:ext uri="{FF2B5EF4-FFF2-40B4-BE49-F238E27FC236}">
                <a16:creationId xmlns:a16="http://schemas.microsoft.com/office/drawing/2014/main" id="{77537B90-9C30-A0F7-668C-BA3621D1E7DC}"/>
              </a:ext>
            </a:extLst>
          </p:cNvPr>
          <p:cNvSpPr/>
          <p:nvPr/>
        </p:nvSpPr>
        <p:spPr>
          <a:xfrm>
            <a:off x="9341840" y="5219128"/>
            <a:ext cx="2584249" cy="1454292"/>
          </a:xfrm>
          <a:prstGeom prst="ellipse">
            <a:avLst/>
          </a:prstGeom>
          <a:solidFill>
            <a:srgbClr val="FFE48F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rgbClr val="AC8300"/>
                </a:solidFill>
              </a:rPr>
              <a:t>OpenDayLight</a:t>
            </a:r>
            <a:endParaRPr lang="de-DE" sz="1200" dirty="0">
              <a:solidFill>
                <a:srgbClr val="AC8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</p:txBody>
      </p:sp>
      <p:pic>
        <p:nvPicPr>
          <p:cNvPr id="1045" name="Grafik 1044">
            <a:extLst>
              <a:ext uri="{FF2B5EF4-FFF2-40B4-BE49-F238E27FC236}">
                <a16:creationId xmlns:a16="http://schemas.microsoft.com/office/drawing/2014/main" id="{CE92FA6D-19EF-5509-14D1-60039A2E8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055" y="4167687"/>
            <a:ext cx="542453" cy="523080"/>
          </a:xfrm>
          <a:prstGeom prst="rect">
            <a:avLst/>
          </a:prstGeom>
        </p:spPr>
      </p:pic>
      <p:sp>
        <p:nvSpPr>
          <p:cNvPr id="1102" name="Rechteck: abgerundete Ecken 1101">
            <a:extLst>
              <a:ext uri="{FF2B5EF4-FFF2-40B4-BE49-F238E27FC236}">
                <a16:creationId xmlns:a16="http://schemas.microsoft.com/office/drawing/2014/main" id="{1A61B044-3307-893E-BB2E-DA6D851C9CD9}"/>
              </a:ext>
            </a:extLst>
          </p:cNvPr>
          <p:cNvSpPr/>
          <p:nvPr/>
        </p:nvSpPr>
        <p:spPr>
          <a:xfrm>
            <a:off x="8610930" y="352784"/>
            <a:ext cx="2633922" cy="1755138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5" name="Rechteck: abgerundete Ecken 1094">
            <a:extLst>
              <a:ext uri="{FF2B5EF4-FFF2-40B4-BE49-F238E27FC236}">
                <a16:creationId xmlns:a16="http://schemas.microsoft.com/office/drawing/2014/main" id="{342073D0-60DD-2612-AA76-235217D11772}"/>
              </a:ext>
            </a:extLst>
          </p:cNvPr>
          <p:cNvSpPr/>
          <p:nvPr/>
        </p:nvSpPr>
        <p:spPr>
          <a:xfrm>
            <a:off x="3648899" y="109856"/>
            <a:ext cx="4728077" cy="2485489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4" name="Rechteck: abgerundete Ecken 1093">
            <a:extLst>
              <a:ext uri="{FF2B5EF4-FFF2-40B4-BE49-F238E27FC236}">
                <a16:creationId xmlns:a16="http://schemas.microsoft.com/office/drawing/2014/main" id="{83BECAAE-F182-6FDC-7463-D4D53D12189A}"/>
              </a:ext>
            </a:extLst>
          </p:cNvPr>
          <p:cNvSpPr/>
          <p:nvPr/>
        </p:nvSpPr>
        <p:spPr>
          <a:xfrm>
            <a:off x="196483" y="103758"/>
            <a:ext cx="3253378" cy="1624615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9" name="Rechteck: abgerundete Ecken 1098">
            <a:extLst>
              <a:ext uri="{FF2B5EF4-FFF2-40B4-BE49-F238E27FC236}">
                <a16:creationId xmlns:a16="http://schemas.microsoft.com/office/drawing/2014/main" id="{C41FD093-A98A-FC40-1EA5-CA5160E4F39E}"/>
              </a:ext>
            </a:extLst>
          </p:cNvPr>
          <p:cNvSpPr/>
          <p:nvPr/>
        </p:nvSpPr>
        <p:spPr>
          <a:xfrm>
            <a:off x="196482" y="3997738"/>
            <a:ext cx="3341321" cy="2591986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16787611-51E6-65CB-BABC-5AC3C3A7E0E2}"/>
              </a:ext>
            </a:extLst>
          </p:cNvPr>
          <p:cNvSpPr/>
          <p:nvPr/>
        </p:nvSpPr>
        <p:spPr>
          <a:xfrm>
            <a:off x="9341838" y="4706266"/>
            <a:ext cx="2584249" cy="23234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err="1">
                <a:solidFill>
                  <a:srgbClr val="0C3548"/>
                </a:solidFill>
              </a:rPr>
              <a:t>MicroWaveDeviceInventory</a:t>
            </a:r>
            <a:endParaRPr lang="de-DE" sz="1050" dirty="0">
              <a:solidFill>
                <a:srgbClr val="0C3548"/>
              </a:solidFill>
            </a:endParaRP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B81FF05A-83DA-D15C-64CB-5B3324D92A38}"/>
              </a:ext>
            </a:extLst>
          </p:cNvPr>
          <p:cNvSpPr/>
          <p:nvPr/>
        </p:nvSpPr>
        <p:spPr>
          <a:xfrm>
            <a:off x="3782984" y="2675235"/>
            <a:ext cx="5313685" cy="355092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>
              <a:solidFill>
                <a:schemeClr val="accent1"/>
              </a:solidFill>
            </a:endParaRPr>
          </a:p>
        </p:txBody>
      </p: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AE8041BA-8AD5-2AFC-F71F-DC9E965F3FEF}"/>
              </a:ext>
            </a:extLst>
          </p:cNvPr>
          <p:cNvGrpSpPr>
            <a:grpSpLocks noChangeAspect="1"/>
          </p:cNvGrpSpPr>
          <p:nvPr/>
        </p:nvGrpSpPr>
        <p:grpSpPr>
          <a:xfrm>
            <a:off x="4139235" y="2988198"/>
            <a:ext cx="4625896" cy="2901791"/>
            <a:chOff x="1463407" y="480277"/>
            <a:chExt cx="9351655" cy="5866224"/>
          </a:xfrm>
          <a:solidFill>
            <a:schemeClr val="bg1"/>
          </a:solidFill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27773C9A-AB3B-2833-0C2A-0736B8C50EE8}"/>
                </a:ext>
              </a:extLst>
            </p:cNvPr>
            <p:cNvSpPr/>
            <p:nvPr/>
          </p:nvSpPr>
          <p:spPr>
            <a:xfrm>
              <a:off x="2072866" y="1845889"/>
              <a:ext cx="2853775" cy="2181857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F9CB50F4-AF0D-F3C4-1359-578382187A65}"/>
                </a:ext>
              </a:extLst>
            </p:cNvPr>
            <p:cNvSpPr/>
            <p:nvPr/>
          </p:nvSpPr>
          <p:spPr>
            <a:xfrm>
              <a:off x="7860651" y="3879781"/>
              <a:ext cx="2691267" cy="2466720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A35E910B-3A10-CB29-A735-E3CC94C344B4}"/>
                </a:ext>
              </a:extLst>
            </p:cNvPr>
            <p:cNvSpPr/>
            <p:nvPr/>
          </p:nvSpPr>
          <p:spPr>
            <a:xfrm>
              <a:off x="8349656" y="2607406"/>
              <a:ext cx="2465406" cy="1530182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8ADA5A04-26B6-2353-20AC-E1D1475CDEE9}"/>
                </a:ext>
              </a:extLst>
            </p:cNvPr>
            <p:cNvSpPr/>
            <p:nvPr/>
          </p:nvSpPr>
          <p:spPr>
            <a:xfrm>
              <a:off x="5070217" y="2530708"/>
              <a:ext cx="2691267" cy="1772098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B737699-65A3-13A4-4C3E-16B9242A4614}"/>
                </a:ext>
              </a:extLst>
            </p:cNvPr>
            <p:cNvSpPr/>
            <p:nvPr/>
          </p:nvSpPr>
          <p:spPr>
            <a:xfrm>
              <a:off x="1463407" y="480277"/>
              <a:ext cx="2426154" cy="2070100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9" name="Zylinder 8">
              <a:extLst>
                <a:ext uri="{FF2B5EF4-FFF2-40B4-BE49-F238E27FC236}">
                  <a16:creationId xmlns:a16="http://schemas.microsoft.com/office/drawing/2014/main" id="{8AF4F4DE-D29E-12E1-61F3-04D8C1A3F303}"/>
                </a:ext>
              </a:extLst>
            </p:cNvPr>
            <p:cNvSpPr/>
            <p:nvPr/>
          </p:nvSpPr>
          <p:spPr>
            <a:xfrm>
              <a:off x="3694241" y="1532710"/>
              <a:ext cx="1534230" cy="570807"/>
            </a:xfrm>
            <a:prstGeom prst="can">
              <a:avLst/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800" dirty="0" err="1"/>
                <a:t>CandidateDS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Zylinder 9">
              <a:extLst>
                <a:ext uri="{FF2B5EF4-FFF2-40B4-BE49-F238E27FC236}">
                  <a16:creationId xmlns:a16="http://schemas.microsoft.com/office/drawing/2014/main" id="{88AAD683-7F21-82A7-AB3C-0A0C267DEDDD}"/>
                </a:ext>
              </a:extLst>
            </p:cNvPr>
            <p:cNvSpPr/>
            <p:nvPr/>
          </p:nvSpPr>
          <p:spPr>
            <a:xfrm>
              <a:off x="7511409" y="3634341"/>
              <a:ext cx="1534230" cy="570807"/>
            </a:xfrm>
            <a:prstGeom prst="can">
              <a:avLst/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800" dirty="0" err="1">
                  <a:solidFill>
                    <a:schemeClr val="tx1"/>
                  </a:solidFill>
                </a:rPr>
                <a:t>OperationalDS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11" name="Scrollen: vertikal 10">
              <a:extLst>
                <a:ext uri="{FF2B5EF4-FFF2-40B4-BE49-F238E27FC236}">
                  <a16:creationId xmlns:a16="http://schemas.microsoft.com/office/drawing/2014/main" id="{497049A3-99AE-A53B-7D22-02541F92867E}"/>
                </a:ext>
              </a:extLst>
            </p:cNvPr>
            <p:cNvSpPr/>
            <p:nvPr/>
          </p:nvSpPr>
          <p:spPr>
            <a:xfrm>
              <a:off x="5946140" y="4699774"/>
              <a:ext cx="1609724" cy="1303020"/>
            </a:xfrm>
            <a:prstGeom prst="verticalScroll">
              <a:avLst/>
            </a:prstGeom>
            <a:grp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900" dirty="0">
                  <a:solidFill>
                    <a:schemeClr val="tx1"/>
                  </a:solidFill>
                </a:rPr>
                <a:t>Current</a:t>
              </a:r>
              <a:br>
                <a:rPr lang="de-DE" sz="900" dirty="0">
                  <a:solidFill>
                    <a:schemeClr val="tx1"/>
                  </a:solidFill>
                </a:rPr>
              </a:br>
              <a:r>
                <a:rPr lang="de-DE" sz="900" dirty="0">
                  <a:solidFill>
                    <a:schemeClr val="tx1"/>
                  </a:solidFill>
                </a:rPr>
                <a:t>Alarms</a:t>
              </a:r>
            </a:p>
            <a:p>
              <a:pPr algn="ctr"/>
              <a:r>
                <a:rPr lang="de-DE" sz="900" dirty="0">
                  <a:solidFill>
                    <a:schemeClr val="tx1"/>
                  </a:solidFill>
                </a:rPr>
                <a:t>(</a:t>
              </a:r>
              <a:r>
                <a:rPr lang="de-DE" sz="900" dirty="0" err="1">
                  <a:solidFill>
                    <a:schemeClr val="tx1"/>
                  </a:solidFill>
                </a:rPr>
                <a:t>ToDo</a:t>
              </a:r>
              <a:r>
                <a:rPr lang="de-DE" sz="900" dirty="0">
                  <a:solidFill>
                    <a:schemeClr val="tx1"/>
                  </a:solidFill>
                </a:rPr>
                <a:t>-List)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37C877EE-6AD9-6E92-4728-A5F0983BDEF1}"/>
                </a:ext>
              </a:extLst>
            </p:cNvPr>
            <p:cNvSpPr txBox="1"/>
            <p:nvPr/>
          </p:nvSpPr>
          <p:spPr>
            <a:xfrm>
              <a:off x="1590096" y="628736"/>
              <a:ext cx="2172786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de-DE" sz="900" dirty="0"/>
                <a:t>Interpretation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A1E1B2D-3D4E-1B88-DFE4-9BE64EED2FB5}"/>
                </a:ext>
              </a:extLst>
            </p:cNvPr>
            <p:cNvSpPr txBox="1"/>
            <p:nvPr/>
          </p:nvSpPr>
          <p:spPr>
            <a:xfrm>
              <a:off x="8518660" y="2785212"/>
              <a:ext cx="2153288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Measurement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FEF5B7E5-5FC1-9BC2-35D0-704A592EC545}"/>
                </a:ext>
              </a:extLst>
            </p:cNvPr>
            <p:cNvSpPr txBox="1"/>
            <p:nvPr/>
          </p:nvSpPr>
          <p:spPr>
            <a:xfrm>
              <a:off x="5240317" y="2785212"/>
              <a:ext cx="2237449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Monitoring</a:t>
              </a:r>
            </a:p>
          </p:txBody>
        </p:sp>
        <p:sp>
          <p:nvSpPr>
            <p:cNvPr id="25" name="Pfeil: nach unten 24">
              <a:extLst>
                <a:ext uri="{FF2B5EF4-FFF2-40B4-BE49-F238E27FC236}">
                  <a16:creationId xmlns:a16="http://schemas.microsoft.com/office/drawing/2014/main" id="{181791C0-6BA0-40AD-D369-4A3928C0173B}"/>
                </a:ext>
              </a:extLst>
            </p:cNvPr>
            <p:cNvSpPr/>
            <p:nvPr/>
          </p:nvSpPr>
          <p:spPr>
            <a:xfrm>
              <a:off x="6398340" y="4229766"/>
              <a:ext cx="220975" cy="417022"/>
            </a:xfrm>
            <a:prstGeom prst="downArrow">
              <a:avLst/>
            </a:prstGeom>
            <a:grpFill/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FCED72E6-3BDD-B3EA-F535-9A4A82F7C708}"/>
                </a:ext>
              </a:extLst>
            </p:cNvPr>
            <p:cNvSpPr txBox="1"/>
            <p:nvPr/>
          </p:nvSpPr>
          <p:spPr>
            <a:xfrm>
              <a:off x="7926223" y="4423215"/>
              <a:ext cx="2465405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de-DE" sz="900"/>
                <a:t>Implementation  </a:t>
              </a:r>
            </a:p>
          </p:txBody>
        </p:sp>
        <p:sp>
          <p:nvSpPr>
            <p:cNvPr id="49" name="Pfeil: nach unten 48">
              <a:extLst>
                <a:ext uri="{FF2B5EF4-FFF2-40B4-BE49-F238E27FC236}">
                  <a16:creationId xmlns:a16="http://schemas.microsoft.com/office/drawing/2014/main" id="{9FC176FA-C461-A229-0917-23235CE48B2B}"/>
                </a:ext>
              </a:extLst>
            </p:cNvPr>
            <p:cNvSpPr/>
            <p:nvPr/>
          </p:nvSpPr>
          <p:spPr>
            <a:xfrm rot="16200000">
              <a:off x="7657604" y="4889610"/>
              <a:ext cx="220975" cy="417022"/>
            </a:xfrm>
            <a:prstGeom prst="downArrow">
              <a:avLst/>
            </a:prstGeom>
            <a:grpFill/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50" name="Zylinder 49">
              <a:extLst>
                <a:ext uri="{FF2B5EF4-FFF2-40B4-BE49-F238E27FC236}">
                  <a16:creationId xmlns:a16="http://schemas.microsoft.com/office/drawing/2014/main" id="{8964A1DC-EDEA-7A4C-4CB0-DE1E8E9D71A6}"/>
                </a:ext>
              </a:extLst>
            </p:cNvPr>
            <p:cNvSpPr/>
            <p:nvPr/>
          </p:nvSpPr>
          <p:spPr>
            <a:xfrm>
              <a:off x="3694008" y="3669315"/>
              <a:ext cx="1534230" cy="570807"/>
            </a:xfrm>
            <a:prstGeom prst="can">
              <a:avLst/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800" dirty="0" err="1"/>
                <a:t>RunningDS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213C8B79-1A9D-F4F1-BA7D-F72B54500590}"/>
                </a:ext>
              </a:extLst>
            </p:cNvPr>
            <p:cNvSpPr txBox="1"/>
            <p:nvPr/>
          </p:nvSpPr>
          <p:spPr>
            <a:xfrm>
              <a:off x="2314962" y="2861284"/>
              <a:ext cx="2256933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/>
                <a:t>Validation</a:t>
              </a:r>
            </a:p>
          </p:txBody>
        </p:sp>
      </p:grpSp>
      <p:sp>
        <p:nvSpPr>
          <p:cNvPr id="65" name="Denkblase: wolkenförmig 64">
            <a:extLst>
              <a:ext uri="{FF2B5EF4-FFF2-40B4-BE49-F238E27FC236}">
                <a16:creationId xmlns:a16="http://schemas.microsoft.com/office/drawing/2014/main" id="{2219123D-C149-E710-3327-B1A7C719EF5E}"/>
              </a:ext>
            </a:extLst>
          </p:cNvPr>
          <p:cNvSpPr/>
          <p:nvPr/>
        </p:nvSpPr>
        <p:spPr>
          <a:xfrm>
            <a:off x="9535636" y="5712618"/>
            <a:ext cx="2274936" cy="774700"/>
          </a:xfrm>
          <a:prstGeom prst="cloudCallout">
            <a:avLst>
              <a:gd name="adj1" fmla="val 48056"/>
              <a:gd name="adj2" fmla="val 10041"/>
            </a:avLst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Devices</a:t>
            </a:r>
          </a:p>
        </p:txBody>
      </p:sp>
      <p:cxnSp>
        <p:nvCxnSpPr>
          <p:cNvPr id="68" name="Verbinder: gekrümmt 67">
            <a:extLst>
              <a:ext uri="{FF2B5EF4-FFF2-40B4-BE49-F238E27FC236}">
                <a16:creationId xmlns:a16="http://schemas.microsoft.com/office/drawing/2014/main" id="{75A94349-AD26-46EE-76A3-D78F8BD1D030}"/>
              </a:ext>
            </a:extLst>
          </p:cNvPr>
          <p:cNvCxnSpPr>
            <a:stCxn id="4" idx="3"/>
            <a:endCxn id="66" idx="2"/>
          </p:cNvCxnSpPr>
          <p:nvPr/>
        </p:nvCxnSpPr>
        <p:spPr>
          <a:xfrm>
            <a:off x="8634964" y="5279894"/>
            <a:ext cx="706876" cy="66638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Verbinder: gekrümmt 69">
            <a:extLst>
              <a:ext uri="{FF2B5EF4-FFF2-40B4-BE49-F238E27FC236}">
                <a16:creationId xmlns:a16="http://schemas.microsoft.com/office/drawing/2014/main" id="{BE6540EA-A0B0-9DAE-B9AF-F0427D912814}"/>
              </a:ext>
            </a:extLst>
          </p:cNvPr>
          <p:cNvCxnSpPr>
            <a:cxnSpLocks/>
            <a:stCxn id="83" idx="0"/>
            <a:endCxn id="5" idx="3"/>
          </p:cNvCxnSpPr>
          <p:nvPr/>
        </p:nvCxnSpPr>
        <p:spPr>
          <a:xfrm rot="16200000" flipV="1">
            <a:off x="9555847" y="3628150"/>
            <a:ext cx="287400" cy="186883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Verbinder: gekrümmt 72">
            <a:extLst>
              <a:ext uri="{FF2B5EF4-FFF2-40B4-BE49-F238E27FC236}">
                <a16:creationId xmlns:a16="http://schemas.microsoft.com/office/drawing/2014/main" id="{FF423A63-9319-BBBC-D825-1196E6D06FDA}"/>
              </a:ext>
            </a:extLst>
          </p:cNvPr>
          <p:cNvCxnSpPr>
            <a:cxnSpLocks/>
            <a:stCxn id="66" idx="7"/>
            <a:endCxn id="83" idx="2"/>
          </p:cNvCxnSpPr>
          <p:nvPr/>
        </p:nvCxnSpPr>
        <p:spPr>
          <a:xfrm rot="16200000" flipV="1">
            <a:off x="10844055" y="4728524"/>
            <a:ext cx="493489" cy="91367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F0F7E189-F329-3636-A192-03DD51F901ED}"/>
              </a:ext>
            </a:extLst>
          </p:cNvPr>
          <p:cNvGrpSpPr/>
          <p:nvPr/>
        </p:nvGrpSpPr>
        <p:grpSpPr>
          <a:xfrm>
            <a:off x="294005" y="325232"/>
            <a:ext cx="657427" cy="849143"/>
            <a:chOff x="294005" y="325232"/>
            <a:chExt cx="657427" cy="849143"/>
          </a:xfrm>
        </p:grpSpPr>
        <p:pic>
          <p:nvPicPr>
            <p:cNvPr id="86" name="Grafik 85" descr="Männliches Profil Silhouette">
              <a:extLst>
                <a:ext uri="{FF2B5EF4-FFF2-40B4-BE49-F238E27FC236}">
                  <a16:creationId xmlns:a16="http://schemas.microsoft.com/office/drawing/2014/main" id="{1E3554DD-0E9C-E3E7-C115-15D38F6B2C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005" y="325232"/>
              <a:ext cx="657427" cy="657427"/>
            </a:xfrm>
            <a:prstGeom prst="rect">
              <a:avLst/>
            </a:prstGeom>
          </p:spPr>
        </p:pic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8FAAE994-2252-948B-4BA8-5494C22FFE29}"/>
                </a:ext>
              </a:extLst>
            </p:cNvPr>
            <p:cNvSpPr txBox="1"/>
            <p:nvPr/>
          </p:nvSpPr>
          <p:spPr>
            <a:xfrm>
              <a:off x="383258" y="897376"/>
              <a:ext cx="47655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900" dirty="0"/>
                <a:t>Transport</a:t>
              </a:r>
            </a:p>
            <a:p>
              <a:pPr algn="ctr"/>
              <a:r>
                <a:rPr lang="de-DE" sz="900" dirty="0" err="1"/>
                <a:t>Planning</a:t>
              </a:r>
              <a:endParaRPr lang="de-DE" sz="900" dirty="0"/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B02E03FC-7C27-142F-C74E-2B6F217EA52C}"/>
              </a:ext>
            </a:extLst>
          </p:cNvPr>
          <p:cNvGrpSpPr/>
          <p:nvPr/>
        </p:nvGrpSpPr>
        <p:grpSpPr>
          <a:xfrm>
            <a:off x="292823" y="5110517"/>
            <a:ext cx="657427" cy="698813"/>
            <a:chOff x="288722" y="3938144"/>
            <a:chExt cx="657427" cy="698813"/>
          </a:xfrm>
        </p:grpSpPr>
        <p:pic>
          <p:nvPicPr>
            <p:cNvPr id="87" name="Grafik 86" descr="Männliches Profil Silhouette">
              <a:extLst>
                <a:ext uri="{FF2B5EF4-FFF2-40B4-BE49-F238E27FC236}">
                  <a16:creationId xmlns:a16="http://schemas.microsoft.com/office/drawing/2014/main" id="{881E8D73-A10F-E535-74A4-CF51C20F4E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8722" y="3938144"/>
              <a:ext cx="657427" cy="657427"/>
            </a:xfrm>
            <a:prstGeom prst="rect">
              <a:avLst/>
            </a:prstGeom>
          </p:spPr>
        </p:pic>
        <p:sp>
          <p:nvSpPr>
            <p:cNvPr id="89" name="Textfeld 88">
              <a:extLst>
                <a:ext uri="{FF2B5EF4-FFF2-40B4-BE49-F238E27FC236}">
                  <a16:creationId xmlns:a16="http://schemas.microsoft.com/office/drawing/2014/main" id="{F6B23B9D-A613-E9C2-1D7E-BA17ABA08EA5}"/>
                </a:ext>
              </a:extLst>
            </p:cNvPr>
            <p:cNvSpPr txBox="1"/>
            <p:nvPr/>
          </p:nvSpPr>
          <p:spPr>
            <a:xfrm>
              <a:off x="316031" y="4498458"/>
              <a:ext cx="60593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Engineering</a:t>
              </a:r>
            </a:p>
          </p:txBody>
        </p:sp>
      </p:grp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5A80FC72-2D19-65F4-9A4F-EDB48E89923D}"/>
              </a:ext>
            </a:extLst>
          </p:cNvPr>
          <p:cNvCxnSpPr/>
          <p:nvPr/>
        </p:nvCxnSpPr>
        <p:spPr>
          <a:xfrm>
            <a:off x="336000" y="2244725"/>
            <a:ext cx="11520000" cy="0"/>
          </a:xfrm>
          <a:prstGeom prst="line">
            <a:avLst/>
          </a:prstGeom>
          <a:ln w="635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311EEF4F-43D9-43BC-84F6-910442BDCEB8}"/>
              </a:ext>
            </a:extLst>
          </p:cNvPr>
          <p:cNvSpPr txBox="1"/>
          <p:nvPr/>
        </p:nvSpPr>
        <p:spPr>
          <a:xfrm>
            <a:off x="9952386" y="2316024"/>
            <a:ext cx="18034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MW SDN Domaine</a:t>
            </a:r>
          </a:p>
        </p:txBody>
      </p:sp>
      <p:sp>
        <p:nvSpPr>
          <p:cNvPr id="93" name="Rechteck: abgerundete Ecken 92">
            <a:extLst>
              <a:ext uri="{FF2B5EF4-FFF2-40B4-BE49-F238E27FC236}">
                <a16:creationId xmlns:a16="http://schemas.microsoft.com/office/drawing/2014/main" id="{EFDA194D-E555-6573-51FB-D9C4A269C16B}"/>
              </a:ext>
            </a:extLst>
          </p:cNvPr>
          <p:cNvSpPr/>
          <p:nvPr/>
        </p:nvSpPr>
        <p:spPr>
          <a:xfrm>
            <a:off x="1975616" y="351419"/>
            <a:ext cx="1213293" cy="78506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MDOI, APT, x:akta,  </a:t>
            </a:r>
            <a:r>
              <a:rPr lang="de-DE" sz="1050" dirty="0" err="1">
                <a:solidFill>
                  <a:srgbClr val="0C3548"/>
                </a:solidFill>
              </a:rPr>
              <a:t>netsite</a:t>
            </a:r>
            <a:r>
              <a:rPr lang="de-DE" sz="1050" dirty="0">
                <a:solidFill>
                  <a:srgbClr val="0C3548"/>
                </a:solidFill>
              </a:rPr>
              <a:t>, </a:t>
            </a:r>
            <a:r>
              <a:rPr lang="de-DE" sz="1050" dirty="0" err="1">
                <a:solidFill>
                  <a:srgbClr val="0C3548"/>
                </a:solidFill>
              </a:rPr>
              <a:t>or</a:t>
            </a:r>
            <a:r>
              <a:rPr lang="de-DE" sz="1050" dirty="0">
                <a:solidFill>
                  <a:srgbClr val="0C3548"/>
                </a:solidFill>
              </a:rPr>
              <a:t> </a:t>
            </a:r>
            <a:r>
              <a:rPr lang="de-DE" sz="1050" dirty="0" err="1">
                <a:solidFill>
                  <a:srgbClr val="0C3548"/>
                </a:solidFill>
              </a:rPr>
              <a:t>NetEplorer</a:t>
            </a:r>
            <a:r>
              <a:rPr lang="de-DE" sz="1050" dirty="0">
                <a:solidFill>
                  <a:srgbClr val="0C3548"/>
                </a:solidFill>
              </a:rPr>
              <a:t> </a:t>
            </a:r>
            <a:r>
              <a:rPr lang="de-DE" sz="1000" dirty="0">
                <a:solidFill>
                  <a:srgbClr val="0C3548"/>
                </a:solidFill>
              </a:rPr>
              <a:t>?</a:t>
            </a:r>
            <a:endParaRPr lang="de-DE" sz="1050" dirty="0">
              <a:solidFill>
                <a:srgbClr val="0C3548"/>
              </a:solidFill>
            </a:endParaRPr>
          </a:p>
        </p:txBody>
      </p:sp>
      <p:cxnSp>
        <p:nvCxnSpPr>
          <p:cNvPr id="94" name="Verbinder: gekrümmt 93">
            <a:extLst>
              <a:ext uri="{FF2B5EF4-FFF2-40B4-BE49-F238E27FC236}">
                <a16:creationId xmlns:a16="http://schemas.microsoft.com/office/drawing/2014/main" id="{4A929FCE-C5E2-C09A-A325-D67B1F090F9B}"/>
              </a:ext>
            </a:extLst>
          </p:cNvPr>
          <p:cNvCxnSpPr>
            <a:cxnSpLocks/>
            <a:stCxn id="93" idx="2"/>
            <a:endCxn id="7" idx="1"/>
          </p:cNvCxnSpPr>
          <p:nvPr/>
        </p:nvCxnSpPr>
        <p:spPr>
          <a:xfrm rot="16200000" flipH="1">
            <a:off x="2178892" y="1539854"/>
            <a:ext cx="2363714" cy="15569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feld 96">
            <a:extLst>
              <a:ext uri="{FF2B5EF4-FFF2-40B4-BE49-F238E27FC236}">
                <a16:creationId xmlns:a16="http://schemas.microsoft.com/office/drawing/2014/main" id="{338DA43D-6D61-DD93-720A-FA8DCA5DE23D}"/>
              </a:ext>
            </a:extLst>
          </p:cNvPr>
          <p:cNvSpPr txBox="1"/>
          <p:nvPr/>
        </p:nvSpPr>
        <p:spPr>
          <a:xfrm>
            <a:off x="340101" y="5841129"/>
            <a:ext cx="25519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Updating the FW Approvals </a:t>
            </a:r>
          </a:p>
          <a:p>
            <a:r>
              <a:rPr lang="en-US" sz="900" noProof="0" dirty="0"/>
              <a:t>   = Parametrization of </a:t>
            </a:r>
            <a:r>
              <a:rPr lang="en-US" sz="900" noProof="0" dirty="0" err="1"/>
              <a:t>ValidationFunctions</a:t>
            </a:r>
            <a:endParaRPr lang="en-US" sz="900" noProof="0" dirty="0"/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6AB09B5E-9F59-C3E1-9C3C-A881A35A105B}"/>
              </a:ext>
            </a:extLst>
          </p:cNvPr>
          <p:cNvSpPr txBox="1"/>
          <p:nvPr/>
        </p:nvSpPr>
        <p:spPr>
          <a:xfrm>
            <a:off x="9952386" y="1936060"/>
            <a:ext cx="18034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Tools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DAD1B585-20B5-B317-B2A8-A64000572D67}"/>
              </a:ext>
            </a:extLst>
          </p:cNvPr>
          <p:cNvSpPr txBox="1"/>
          <p:nvPr/>
        </p:nvSpPr>
        <p:spPr>
          <a:xfrm>
            <a:off x="383258" y="1199686"/>
            <a:ext cx="20280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dirty="0"/>
              <a:t>Moving </a:t>
            </a:r>
            <a:r>
              <a:rPr lang="en-US" sz="900" noProof="0" dirty="0"/>
              <a:t>devices between Device Groups</a:t>
            </a:r>
          </a:p>
          <a:p>
            <a:r>
              <a:rPr lang="en-US" sz="900" noProof="0" dirty="0"/>
              <a:t>   = Using </a:t>
            </a:r>
            <a:r>
              <a:rPr lang="en-US" sz="900" noProof="0" dirty="0" err="1"/>
              <a:t>InterpretationFunctions</a:t>
            </a:r>
            <a:endParaRPr lang="en-US" sz="900" noProof="0" dirty="0"/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65AB0FD1-335D-95A2-D5F4-07035912B1A9}"/>
              </a:ext>
            </a:extLst>
          </p:cNvPr>
          <p:cNvSpPr txBox="1"/>
          <p:nvPr/>
        </p:nvSpPr>
        <p:spPr>
          <a:xfrm>
            <a:off x="5204204" y="859483"/>
            <a:ext cx="171040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Creating/Deleting Device Groups</a:t>
            </a:r>
          </a:p>
          <a:p>
            <a:r>
              <a:rPr lang="en-US" sz="900" noProof="0" dirty="0"/>
              <a:t>   = Using </a:t>
            </a:r>
            <a:r>
              <a:rPr lang="en-US" sz="900" noProof="0" dirty="0" err="1"/>
              <a:t>InterpretationFunctions</a:t>
            </a:r>
            <a:endParaRPr lang="en-US" sz="900" noProof="0" dirty="0"/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1F72443E-674F-91FE-D542-FB0DE1094411}"/>
              </a:ext>
            </a:extLst>
          </p:cNvPr>
          <p:cNvSpPr txBox="1"/>
          <p:nvPr/>
        </p:nvSpPr>
        <p:spPr>
          <a:xfrm>
            <a:off x="5192824" y="1162438"/>
            <a:ext cx="231480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Updating Device Groups (= Firmware Roll-out)</a:t>
            </a:r>
          </a:p>
          <a:p>
            <a:r>
              <a:rPr lang="en-US" sz="900" noProof="0" dirty="0"/>
              <a:t>   = Using </a:t>
            </a:r>
            <a:r>
              <a:rPr lang="en-US" sz="900" noProof="0" dirty="0" err="1"/>
              <a:t>InterpretationFunctions</a:t>
            </a:r>
            <a:endParaRPr lang="en-US" sz="900" noProof="0" dirty="0"/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D06ABEE2-EF5D-2B6D-CB00-5F9B4F28CD84}"/>
              </a:ext>
            </a:extLst>
          </p:cNvPr>
          <p:cNvSpPr txBox="1"/>
          <p:nvPr/>
        </p:nvSpPr>
        <p:spPr>
          <a:xfrm>
            <a:off x="340101" y="6140340"/>
            <a:ext cx="25519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Documenting File Locations for FTP Download</a:t>
            </a:r>
          </a:p>
          <a:p>
            <a:r>
              <a:rPr lang="en-US" sz="900" dirty="0"/>
              <a:t>   = </a:t>
            </a:r>
            <a:r>
              <a:rPr lang="en-US" sz="900" noProof="0" dirty="0"/>
              <a:t>Parametrization of </a:t>
            </a:r>
            <a:r>
              <a:rPr lang="en-US" sz="900" noProof="0" dirty="0" err="1"/>
              <a:t>ImplementationFunctions</a:t>
            </a:r>
            <a:endParaRPr lang="en-US" sz="900" noProof="0" dirty="0"/>
          </a:p>
        </p:txBody>
      </p:sp>
      <p:cxnSp>
        <p:nvCxnSpPr>
          <p:cNvPr id="108" name="Verbinder: gekrümmt 107">
            <a:extLst>
              <a:ext uri="{FF2B5EF4-FFF2-40B4-BE49-F238E27FC236}">
                <a16:creationId xmlns:a16="http://schemas.microsoft.com/office/drawing/2014/main" id="{A6FAF5D0-7886-4418-57E8-A5FAB7BE26A9}"/>
              </a:ext>
            </a:extLst>
          </p:cNvPr>
          <p:cNvCxnSpPr>
            <a:cxnSpLocks/>
            <a:stCxn id="1045" idx="3"/>
          </p:cNvCxnSpPr>
          <p:nvPr/>
        </p:nvCxnSpPr>
        <p:spPr>
          <a:xfrm>
            <a:off x="1868508" y="4429227"/>
            <a:ext cx="2095112" cy="5887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hteck: abgerundete Ecken 122">
            <a:extLst>
              <a:ext uri="{FF2B5EF4-FFF2-40B4-BE49-F238E27FC236}">
                <a16:creationId xmlns:a16="http://schemas.microsoft.com/office/drawing/2014/main" id="{14A8D1B3-EE08-B5FD-1728-6FC271F965EE}"/>
              </a:ext>
            </a:extLst>
          </p:cNvPr>
          <p:cNvSpPr/>
          <p:nvPr/>
        </p:nvSpPr>
        <p:spPr>
          <a:xfrm>
            <a:off x="3188909" y="5341383"/>
            <a:ext cx="198971" cy="33586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>
              <a:solidFill>
                <a:schemeClr val="accent1"/>
              </a:solidFill>
            </a:endParaRPr>
          </a:p>
        </p:txBody>
      </p:sp>
      <p:cxnSp>
        <p:nvCxnSpPr>
          <p:cNvPr id="126" name="Verbinder: gekrümmt 125">
            <a:extLst>
              <a:ext uri="{FF2B5EF4-FFF2-40B4-BE49-F238E27FC236}">
                <a16:creationId xmlns:a16="http://schemas.microsoft.com/office/drawing/2014/main" id="{19A698F7-F9CE-4437-6CDA-E9D7DC23B7D6}"/>
              </a:ext>
            </a:extLst>
          </p:cNvPr>
          <p:cNvCxnSpPr>
            <a:cxnSpLocks/>
            <a:stCxn id="123" idx="3"/>
          </p:cNvCxnSpPr>
          <p:nvPr/>
        </p:nvCxnSpPr>
        <p:spPr>
          <a:xfrm>
            <a:off x="3387880" y="5509318"/>
            <a:ext cx="359660" cy="58246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feld 1026">
            <a:extLst>
              <a:ext uri="{FF2B5EF4-FFF2-40B4-BE49-F238E27FC236}">
                <a16:creationId xmlns:a16="http://schemas.microsoft.com/office/drawing/2014/main" id="{A833921D-44CE-D789-158D-FA84879B2BAE}"/>
              </a:ext>
            </a:extLst>
          </p:cNvPr>
          <p:cNvSpPr txBox="1"/>
          <p:nvPr/>
        </p:nvSpPr>
        <p:spPr>
          <a:xfrm>
            <a:off x="1054537" y="5188693"/>
            <a:ext cx="200921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… or applying existing generic GUI app …</a:t>
            </a:r>
          </a:p>
        </p:txBody>
      </p:sp>
      <p:sp>
        <p:nvSpPr>
          <p:cNvPr id="1028" name="Rechteck: abgerundete Ecken 1027">
            <a:extLst>
              <a:ext uri="{FF2B5EF4-FFF2-40B4-BE49-F238E27FC236}">
                <a16:creationId xmlns:a16="http://schemas.microsoft.com/office/drawing/2014/main" id="{AA95D8F3-2C3E-83D3-D39D-15F0161D185E}"/>
              </a:ext>
            </a:extLst>
          </p:cNvPr>
          <p:cNvSpPr/>
          <p:nvPr/>
        </p:nvSpPr>
        <p:spPr>
          <a:xfrm>
            <a:off x="950250" y="4917635"/>
            <a:ext cx="1828274" cy="23234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GenericRepresentation</a:t>
            </a:r>
          </a:p>
        </p:txBody>
      </p:sp>
      <p:cxnSp>
        <p:nvCxnSpPr>
          <p:cNvPr id="1035" name="Verbinder: gekrümmt 1034">
            <a:extLst>
              <a:ext uri="{FF2B5EF4-FFF2-40B4-BE49-F238E27FC236}">
                <a16:creationId xmlns:a16="http://schemas.microsoft.com/office/drawing/2014/main" id="{03C898DF-043C-229F-5305-8E7C3A7E41FF}"/>
              </a:ext>
            </a:extLst>
          </p:cNvPr>
          <p:cNvCxnSpPr>
            <a:cxnSpLocks/>
            <a:stCxn id="1028" idx="3"/>
          </p:cNvCxnSpPr>
          <p:nvPr/>
        </p:nvCxnSpPr>
        <p:spPr>
          <a:xfrm>
            <a:off x="2778524" y="5033810"/>
            <a:ext cx="1185096" cy="30757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Textfeld 1039">
            <a:extLst>
              <a:ext uri="{FF2B5EF4-FFF2-40B4-BE49-F238E27FC236}">
                <a16:creationId xmlns:a16="http://schemas.microsoft.com/office/drawing/2014/main" id="{6FE10F21-4190-1804-4189-9D46723B2C12}"/>
              </a:ext>
            </a:extLst>
          </p:cNvPr>
          <p:cNvSpPr txBox="1"/>
          <p:nvPr/>
        </p:nvSpPr>
        <p:spPr>
          <a:xfrm>
            <a:off x="1303306" y="5467789"/>
            <a:ext cx="18730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… or adding </a:t>
            </a:r>
            <a:r>
              <a:rPr lang="en-US" sz="900" noProof="0" dirty="0" err="1"/>
              <a:t>miniGUI</a:t>
            </a:r>
            <a:r>
              <a:rPr lang="en-US" sz="900" noProof="0" dirty="0"/>
              <a:t> module to FWM</a:t>
            </a:r>
          </a:p>
        </p:txBody>
      </p:sp>
      <p:sp>
        <p:nvSpPr>
          <p:cNvPr id="1044" name="Textfeld 1043">
            <a:extLst>
              <a:ext uri="{FF2B5EF4-FFF2-40B4-BE49-F238E27FC236}">
                <a16:creationId xmlns:a16="http://schemas.microsoft.com/office/drawing/2014/main" id="{6BAD3631-DBF4-C554-25C5-6F36911E53AF}"/>
              </a:ext>
            </a:extLst>
          </p:cNvPr>
          <p:cNvSpPr txBox="1"/>
          <p:nvPr/>
        </p:nvSpPr>
        <p:spPr>
          <a:xfrm>
            <a:off x="855840" y="4686798"/>
            <a:ext cx="19326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Either REST requests to OAM paths …</a:t>
            </a:r>
          </a:p>
        </p:txBody>
      </p:sp>
      <p:grpSp>
        <p:nvGrpSpPr>
          <p:cNvPr id="1052" name="Gruppieren 1051">
            <a:extLst>
              <a:ext uri="{FF2B5EF4-FFF2-40B4-BE49-F238E27FC236}">
                <a16:creationId xmlns:a16="http://schemas.microsoft.com/office/drawing/2014/main" id="{B1C82535-A75D-FCB5-99DB-7A1C15A07D52}"/>
              </a:ext>
            </a:extLst>
          </p:cNvPr>
          <p:cNvGrpSpPr/>
          <p:nvPr/>
        </p:nvGrpSpPr>
        <p:grpSpPr>
          <a:xfrm>
            <a:off x="5162322" y="103758"/>
            <a:ext cx="657427" cy="700923"/>
            <a:chOff x="288722" y="3938144"/>
            <a:chExt cx="657427" cy="700923"/>
          </a:xfrm>
        </p:grpSpPr>
        <p:pic>
          <p:nvPicPr>
            <p:cNvPr id="1053" name="Grafik 1052" descr="Männliches Profil Silhouette">
              <a:extLst>
                <a:ext uri="{FF2B5EF4-FFF2-40B4-BE49-F238E27FC236}">
                  <a16:creationId xmlns:a16="http://schemas.microsoft.com/office/drawing/2014/main" id="{4E4A3194-0D96-20FD-32F8-465C3C46C1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8722" y="3938144"/>
              <a:ext cx="657427" cy="657427"/>
            </a:xfrm>
            <a:prstGeom prst="rect">
              <a:avLst/>
            </a:prstGeom>
          </p:spPr>
        </p:pic>
        <p:sp>
          <p:nvSpPr>
            <p:cNvPr id="1054" name="Textfeld 1053">
              <a:extLst>
                <a:ext uri="{FF2B5EF4-FFF2-40B4-BE49-F238E27FC236}">
                  <a16:creationId xmlns:a16="http://schemas.microsoft.com/office/drawing/2014/main" id="{1A324310-4533-7B9B-D86A-6A35D9B3B813}"/>
                </a:ext>
              </a:extLst>
            </p:cNvPr>
            <p:cNvSpPr txBox="1"/>
            <p:nvPr/>
          </p:nvSpPr>
          <p:spPr>
            <a:xfrm>
              <a:off x="340213" y="4500568"/>
              <a:ext cx="60593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 err="1"/>
                <a:t>Operations</a:t>
              </a:r>
              <a:endParaRPr lang="de-DE" sz="900" dirty="0"/>
            </a:p>
          </p:txBody>
        </p:sp>
      </p:grpSp>
      <p:sp>
        <p:nvSpPr>
          <p:cNvPr id="1056" name="Rechteck: abgerundete Ecken 1055">
            <a:extLst>
              <a:ext uri="{FF2B5EF4-FFF2-40B4-BE49-F238E27FC236}">
                <a16:creationId xmlns:a16="http://schemas.microsoft.com/office/drawing/2014/main" id="{DD3CCD38-7A07-7389-B24A-683AB45F6AB4}"/>
              </a:ext>
            </a:extLst>
          </p:cNvPr>
          <p:cNvSpPr/>
          <p:nvPr/>
        </p:nvSpPr>
        <p:spPr>
          <a:xfrm>
            <a:off x="3825246" y="943310"/>
            <a:ext cx="1213293" cy="78506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>
                <a:solidFill>
                  <a:srgbClr val="0C3548"/>
                </a:solidFill>
              </a:rPr>
              <a:t>TechM</a:t>
            </a:r>
            <a:endParaRPr lang="de-DE" sz="1050" dirty="0">
              <a:solidFill>
                <a:srgbClr val="0C3548"/>
              </a:solidFill>
            </a:endParaRPr>
          </a:p>
        </p:txBody>
      </p:sp>
      <p:cxnSp>
        <p:nvCxnSpPr>
          <p:cNvPr id="1057" name="Verbinder: gekrümmt 1056">
            <a:extLst>
              <a:ext uri="{FF2B5EF4-FFF2-40B4-BE49-F238E27FC236}">
                <a16:creationId xmlns:a16="http://schemas.microsoft.com/office/drawing/2014/main" id="{E4784497-D739-672D-09C3-240123E15010}"/>
              </a:ext>
            </a:extLst>
          </p:cNvPr>
          <p:cNvCxnSpPr>
            <a:cxnSpLocks/>
            <a:stCxn id="1056" idx="2"/>
            <a:endCxn id="7" idx="1"/>
          </p:cNvCxnSpPr>
          <p:nvPr/>
        </p:nvCxnSpPr>
        <p:spPr>
          <a:xfrm rot="5400000">
            <a:off x="3399653" y="2467956"/>
            <a:ext cx="1771823" cy="292658"/>
          </a:xfrm>
          <a:prstGeom prst="curvedConnector4">
            <a:avLst>
              <a:gd name="adj1" fmla="val 35552"/>
              <a:gd name="adj2" fmla="val 178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1" name="Rechteck: abgerundete Ecken 1060">
            <a:extLst>
              <a:ext uri="{FF2B5EF4-FFF2-40B4-BE49-F238E27FC236}">
                <a16:creationId xmlns:a16="http://schemas.microsoft.com/office/drawing/2014/main" id="{33B03BB6-6D7E-E172-5237-A259456CE832}"/>
              </a:ext>
            </a:extLst>
          </p:cNvPr>
          <p:cNvSpPr/>
          <p:nvPr/>
        </p:nvSpPr>
        <p:spPr>
          <a:xfrm>
            <a:off x="4881907" y="2169842"/>
            <a:ext cx="198971" cy="33586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>
              <a:solidFill>
                <a:schemeClr val="accent1"/>
              </a:solidFill>
            </a:endParaRPr>
          </a:p>
        </p:txBody>
      </p:sp>
      <p:cxnSp>
        <p:nvCxnSpPr>
          <p:cNvPr id="1063" name="Verbinder: gekrümmt 1062">
            <a:extLst>
              <a:ext uri="{FF2B5EF4-FFF2-40B4-BE49-F238E27FC236}">
                <a16:creationId xmlns:a16="http://schemas.microsoft.com/office/drawing/2014/main" id="{EE6A4E27-94DD-6512-FFA7-10CA0DAEAC49}"/>
              </a:ext>
            </a:extLst>
          </p:cNvPr>
          <p:cNvCxnSpPr>
            <a:cxnSpLocks/>
            <a:stCxn id="1061" idx="2"/>
            <a:endCxn id="7" idx="0"/>
          </p:cNvCxnSpPr>
          <p:nvPr/>
        </p:nvCxnSpPr>
        <p:spPr>
          <a:xfrm rot="5400000">
            <a:off x="4619102" y="2625906"/>
            <a:ext cx="482487" cy="242096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7" name="Textfeld 1066">
            <a:extLst>
              <a:ext uri="{FF2B5EF4-FFF2-40B4-BE49-F238E27FC236}">
                <a16:creationId xmlns:a16="http://schemas.microsoft.com/office/drawing/2014/main" id="{11670DFC-C0A7-9072-9903-BA20D506E895}"/>
              </a:ext>
            </a:extLst>
          </p:cNvPr>
          <p:cNvSpPr txBox="1"/>
          <p:nvPr/>
        </p:nvSpPr>
        <p:spPr>
          <a:xfrm>
            <a:off x="4489706" y="1828650"/>
            <a:ext cx="85520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Either Tool or </a:t>
            </a:r>
          </a:p>
          <a:p>
            <a:r>
              <a:rPr lang="en-US" sz="900" noProof="0" dirty="0" err="1"/>
              <a:t>miniGUI</a:t>
            </a:r>
            <a:r>
              <a:rPr lang="en-US" sz="900" noProof="0" dirty="0"/>
              <a:t> module</a:t>
            </a:r>
          </a:p>
        </p:txBody>
      </p:sp>
      <p:sp>
        <p:nvSpPr>
          <p:cNvPr id="1071" name="Rechteck: abgerundete Ecken 1070">
            <a:extLst>
              <a:ext uri="{FF2B5EF4-FFF2-40B4-BE49-F238E27FC236}">
                <a16:creationId xmlns:a16="http://schemas.microsoft.com/office/drawing/2014/main" id="{65507465-8A9D-6A74-544C-B9F51CBCD9A4}"/>
              </a:ext>
            </a:extLst>
          </p:cNvPr>
          <p:cNvSpPr/>
          <p:nvPr/>
        </p:nvSpPr>
        <p:spPr>
          <a:xfrm>
            <a:off x="7645793" y="1087279"/>
            <a:ext cx="593016" cy="37432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TSM</a:t>
            </a:r>
          </a:p>
        </p:txBody>
      </p:sp>
      <p:sp>
        <p:nvSpPr>
          <p:cNvPr id="1074" name="Textfeld 1073">
            <a:extLst>
              <a:ext uri="{FF2B5EF4-FFF2-40B4-BE49-F238E27FC236}">
                <a16:creationId xmlns:a16="http://schemas.microsoft.com/office/drawing/2014/main" id="{36285271-A9C8-C239-63D0-D4F35039FF34}"/>
              </a:ext>
            </a:extLst>
          </p:cNvPr>
          <p:cNvSpPr txBox="1"/>
          <p:nvPr/>
        </p:nvSpPr>
        <p:spPr>
          <a:xfrm>
            <a:off x="6239699" y="1528432"/>
            <a:ext cx="175106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noProof="0" dirty="0"/>
              <a:t>Supervising automated activities</a:t>
            </a:r>
          </a:p>
          <a:p>
            <a:pPr algn="r"/>
            <a:r>
              <a:rPr lang="en-US" sz="900" noProof="0" dirty="0"/>
              <a:t>   = Consuming </a:t>
            </a:r>
            <a:r>
              <a:rPr lang="en-US" sz="900" noProof="0" dirty="0" err="1"/>
              <a:t>AlarmNotifications</a:t>
            </a:r>
            <a:endParaRPr lang="en-US" sz="900" noProof="0" dirty="0"/>
          </a:p>
        </p:txBody>
      </p:sp>
      <p:sp>
        <p:nvSpPr>
          <p:cNvPr id="1078" name="Rechteck: abgerundete Ecken 1077">
            <a:extLst>
              <a:ext uri="{FF2B5EF4-FFF2-40B4-BE49-F238E27FC236}">
                <a16:creationId xmlns:a16="http://schemas.microsoft.com/office/drawing/2014/main" id="{B065A177-0430-C36B-82BD-B4B0FE8812C4}"/>
              </a:ext>
            </a:extLst>
          </p:cNvPr>
          <p:cNvSpPr/>
          <p:nvPr/>
        </p:nvSpPr>
        <p:spPr>
          <a:xfrm>
            <a:off x="8911893" y="1545031"/>
            <a:ext cx="1437623" cy="37432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err="1">
                <a:solidFill>
                  <a:srgbClr val="0C3548"/>
                </a:solidFill>
              </a:rPr>
              <a:t>AutomationEngine</a:t>
            </a:r>
            <a:endParaRPr lang="de-DE" sz="1050" dirty="0">
              <a:solidFill>
                <a:srgbClr val="0C3548"/>
              </a:solidFill>
            </a:endParaRPr>
          </a:p>
        </p:txBody>
      </p:sp>
      <p:cxnSp>
        <p:nvCxnSpPr>
          <p:cNvPr id="1079" name="Verbinder: gekrümmt 1078">
            <a:extLst>
              <a:ext uri="{FF2B5EF4-FFF2-40B4-BE49-F238E27FC236}">
                <a16:creationId xmlns:a16="http://schemas.microsoft.com/office/drawing/2014/main" id="{43F4430B-7CF5-3035-5D74-1A6256CC853D}"/>
              </a:ext>
            </a:extLst>
          </p:cNvPr>
          <p:cNvCxnSpPr>
            <a:cxnSpLocks/>
            <a:stCxn id="11" idx="0"/>
            <a:endCxn id="1078" idx="2"/>
          </p:cNvCxnSpPr>
          <p:nvPr/>
        </p:nvCxnSpPr>
        <p:spPr>
          <a:xfrm rot="5400000" flipH="1" flipV="1">
            <a:off x="6614720" y="2059433"/>
            <a:ext cx="3156066" cy="28759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Verbinder: gekrümmt 1085">
            <a:extLst>
              <a:ext uri="{FF2B5EF4-FFF2-40B4-BE49-F238E27FC236}">
                <a16:creationId xmlns:a16="http://schemas.microsoft.com/office/drawing/2014/main" id="{46FF63E0-3ECB-3559-2DA1-3C9439FE9387}"/>
              </a:ext>
            </a:extLst>
          </p:cNvPr>
          <p:cNvCxnSpPr>
            <a:cxnSpLocks/>
            <a:stCxn id="1078" idx="0"/>
            <a:endCxn id="1071" idx="3"/>
          </p:cNvCxnSpPr>
          <p:nvPr/>
        </p:nvCxnSpPr>
        <p:spPr>
          <a:xfrm rot="16200000" flipV="1">
            <a:off x="8799462" y="713788"/>
            <a:ext cx="270591" cy="139189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9" name="Gruppieren 1088">
            <a:extLst>
              <a:ext uri="{FF2B5EF4-FFF2-40B4-BE49-F238E27FC236}">
                <a16:creationId xmlns:a16="http://schemas.microsoft.com/office/drawing/2014/main" id="{CD1DC46E-53BD-660F-7278-3479A3265217}"/>
              </a:ext>
            </a:extLst>
          </p:cNvPr>
          <p:cNvGrpSpPr/>
          <p:nvPr/>
        </p:nvGrpSpPr>
        <p:grpSpPr>
          <a:xfrm>
            <a:off x="10376411" y="454219"/>
            <a:ext cx="657427" cy="700923"/>
            <a:chOff x="288722" y="3938144"/>
            <a:chExt cx="657427" cy="700923"/>
          </a:xfrm>
        </p:grpSpPr>
        <p:pic>
          <p:nvPicPr>
            <p:cNvPr id="1090" name="Grafik 1089" descr="Männliches Profil Silhouette">
              <a:extLst>
                <a:ext uri="{FF2B5EF4-FFF2-40B4-BE49-F238E27FC236}">
                  <a16:creationId xmlns:a16="http://schemas.microsoft.com/office/drawing/2014/main" id="{CD6FBD42-1556-B549-73D2-F572D9918C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8722" y="3938144"/>
              <a:ext cx="657427" cy="657427"/>
            </a:xfrm>
            <a:prstGeom prst="rect">
              <a:avLst/>
            </a:prstGeom>
          </p:spPr>
        </p:pic>
        <p:sp>
          <p:nvSpPr>
            <p:cNvPr id="1091" name="Textfeld 1090">
              <a:extLst>
                <a:ext uri="{FF2B5EF4-FFF2-40B4-BE49-F238E27FC236}">
                  <a16:creationId xmlns:a16="http://schemas.microsoft.com/office/drawing/2014/main" id="{FF007CDE-3C73-6204-10C6-41679F616226}"/>
                </a:ext>
              </a:extLst>
            </p:cNvPr>
            <p:cNvSpPr txBox="1"/>
            <p:nvPr/>
          </p:nvSpPr>
          <p:spPr>
            <a:xfrm>
              <a:off x="340213" y="4500568"/>
              <a:ext cx="60593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Automation</a:t>
              </a:r>
            </a:p>
          </p:txBody>
        </p:sp>
      </p:grpSp>
      <p:sp>
        <p:nvSpPr>
          <p:cNvPr id="1092" name="Textfeld 1091">
            <a:extLst>
              <a:ext uri="{FF2B5EF4-FFF2-40B4-BE49-F238E27FC236}">
                <a16:creationId xmlns:a16="http://schemas.microsoft.com/office/drawing/2014/main" id="{135333C5-71BC-8F49-44B1-A5914EC46719}"/>
              </a:ext>
            </a:extLst>
          </p:cNvPr>
          <p:cNvSpPr txBox="1"/>
          <p:nvPr/>
        </p:nvSpPr>
        <p:spPr>
          <a:xfrm>
            <a:off x="8952596" y="1209036"/>
            <a:ext cx="205475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noProof="0" dirty="0"/>
              <a:t>REST or Kafka API for creating, </a:t>
            </a:r>
            <a:br>
              <a:rPr lang="en-US" sz="900" noProof="0" dirty="0"/>
            </a:br>
            <a:r>
              <a:rPr lang="en-US" sz="900" noProof="0" dirty="0"/>
              <a:t>updating and closing tickets</a:t>
            </a:r>
          </a:p>
        </p:txBody>
      </p:sp>
    </p:spTree>
    <p:extLst>
      <p:ext uri="{BB962C8B-B14F-4D97-AF65-F5344CB8AC3E}">
        <p14:creationId xmlns:p14="http://schemas.microsoft.com/office/powerpoint/2010/main" val="1820569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feld 60">
            <a:extLst>
              <a:ext uri="{FF2B5EF4-FFF2-40B4-BE49-F238E27FC236}">
                <a16:creationId xmlns:a16="http://schemas.microsoft.com/office/drawing/2014/main" id="{2B08FA47-8A90-1E4B-3B21-EA538D730085}"/>
              </a:ext>
            </a:extLst>
          </p:cNvPr>
          <p:cNvSpPr txBox="1"/>
          <p:nvPr/>
        </p:nvSpPr>
        <p:spPr>
          <a:xfrm>
            <a:off x="664758" y="331537"/>
            <a:ext cx="9805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Summary:</a:t>
            </a:r>
          </a:p>
          <a:p>
            <a:endParaRPr lang="en-US" sz="1200" dirty="0"/>
          </a:p>
          <a:p>
            <a:r>
              <a:rPr lang="en-US" sz="1200" dirty="0"/>
              <a:t>If we could agree on a REST API specification to the </a:t>
            </a:r>
            <a:r>
              <a:rPr lang="en-US" sz="1200" dirty="0" err="1"/>
              <a:t>AutomationEngine</a:t>
            </a:r>
            <a:r>
              <a:rPr lang="en-US" sz="1200" dirty="0"/>
              <a:t> that is covering all the operational requirements, it would be great.</a:t>
            </a:r>
          </a:p>
          <a:p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517113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268</Words>
  <Application>Microsoft Office PowerPoint</Application>
  <PresentationFormat>Breitbild</PresentationFormat>
  <Paragraphs>94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AutomationArchitecture</vt:lpstr>
      <vt:lpstr>PowerPoint-Präsentation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4</cp:revision>
  <dcterms:created xsi:type="dcterms:W3CDTF">2026-06-23T15:25:35Z</dcterms:created>
  <dcterms:modified xsi:type="dcterms:W3CDTF">2026-09-07T12:53:13Z</dcterms:modified>
</cp:coreProperties>
</file>